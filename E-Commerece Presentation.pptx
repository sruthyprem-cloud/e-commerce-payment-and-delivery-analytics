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3.xml" ContentType="application/vnd.openxmlformats-officedocument.theme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21" r:id="rId2"/>
    <p:sldMasterId id="2147483723" r:id="rId3"/>
    <p:sldMasterId id="2147483756" r:id="rId4"/>
  </p:sldMasterIdLst>
  <p:sldIdLst>
    <p:sldId id="256" r:id="rId5"/>
    <p:sldId id="257" r:id="rId6"/>
    <p:sldId id="258" r:id="rId7"/>
    <p:sldId id="259" r:id="rId8"/>
    <p:sldId id="265" r:id="rId9"/>
    <p:sldId id="261" r:id="rId10"/>
    <p:sldId id="262" r:id="rId11"/>
    <p:sldId id="268" r:id="rId12"/>
    <p:sldId id="270" r:id="rId13"/>
    <p:sldId id="271" r:id="rId14"/>
    <p:sldId id="266" r:id="rId15"/>
    <p:sldId id="267" r:id="rId16"/>
    <p:sldId id="269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" name="Google Shape;10;p2"/>
          <p:cNvSpPr/>
          <p:nvPr/>
        </p:nvSpPr>
        <p:spPr>
          <a:xfrm>
            <a:off x="-125933" y="3429000"/>
            <a:ext cx="12410800" cy="345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1" name="Google Shape;11;p2"/>
          <p:cNvGrpSpPr/>
          <p:nvPr/>
        </p:nvGrpSpPr>
        <p:grpSpPr>
          <a:xfrm>
            <a:off x="137633" y="3429000"/>
            <a:ext cx="11921200" cy="3308800"/>
            <a:chOff x="103225" y="2571750"/>
            <a:chExt cx="8940900" cy="2481600"/>
          </a:xfrm>
        </p:grpSpPr>
        <p:cxnSp>
          <p:nvCxnSpPr>
            <p:cNvPr id="12" name="Google Shape;12;p2"/>
            <p:cNvCxnSpPr/>
            <p:nvPr/>
          </p:nvCxnSpPr>
          <p:spPr>
            <a:xfrm>
              <a:off x="103225" y="2571750"/>
              <a:ext cx="0" cy="24816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>
              <a:off x="9044125" y="2571750"/>
              <a:ext cx="0" cy="24816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103225" y="5053350"/>
              <a:ext cx="89409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" name="Google Shape;15;p2"/>
          <p:cNvSpPr txBox="1"/>
          <p:nvPr/>
        </p:nvSpPr>
        <p:spPr>
          <a:xfrm>
            <a:off x="6262900" y="1760300"/>
            <a:ext cx="4822400" cy="23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80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882433" y="3970400"/>
            <a:ext cx="3202800" cy="9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Roboto Slab Light"/>
              <a:ea typeface="Roboto Slab Light"/>
              <a:cs typeface="Roboto Slab Light"/>
              <a:sym typeface="Roboto Slab Light"/>
            </a:endParaRPr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2926367" y="1943000"/>
            <a:ext cx="6339200" cy="297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6933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6933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6933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6933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6933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6933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6933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6933">
                <a:solidFill>
                  <a:srgbClr val="434343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3153033" y="4908800"/>
            <a:ext cx="5890400" cy="49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31464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" name="Google Shape;21;p3"/>
          <p:cNvSpPr/>
          <p:nvPr/>
        </p:nvSpPr>
        <p:spPr>
          <a:xfrm>
            <a:off x="4987333" y="2487517"/>
            <a:ext cx="7297600" cy="151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22" name="Google Shape;22;p3"/>
          <p:cNvCxnSpPr/>
          <p:nvPr/>
        </p:nvCxnSpPr>
        <p:spPr>
          <a:xfrm>
            <a:off x="12056833" y="2503733"/>
            <a:ext cx="3200" cy="14828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Google Shape;23;p3"/>
          <p:cNvSpPr txBox="1">
            <a:spLocks noGrp="1"/>
          </p:cNvSpPr>
          <p:nvPr>
            <p:ph type="title" hasCustomPrompt="1"/>
          </p:nvPr>
        </p:nvSpPr>
        <p:spPr>
          <a:xfrm>
            <a:off x="2736267" y="2668567"/>
            <a:ext cx="2217600" cy="124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3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>
            <a:spLocks noGrp="1"/>
          </p:cNvSpPr>
          <p:nvPr>
            <p:ph type="title" idx="2"/>
          </p:nvPr>
        </p:nvSpPr>
        <p:spPr>
          <a:xfrm>
            <a:off x="5939067" y="2337731"/>
            <a:ext cx="5762000" cy="16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verpass"/>
              <a:buNone/>
              <a:defRPr sz="128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5957607" y="4175527"/>
            <a:ext cx="5112000" cy="84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5309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" name="Google Shape;28;p4"/>
          <p:cNvSpPr txBox="1">
            <a:spLocks noGrp="1"/>
          </p:cNvSpPr>
          <p:nvPr>
            <p:ph type="subTitle" idx="1"/>
          </p:nvPr>
        </p:nvSpPr>
        <p:spPr>
          <a:xfrm>
            <a:off x="828767" y="1637916"/>
            <a:ext cx="10504400" cy="48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833733" y="421084"/>
            <a:ext cx="10272000" cy="9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74917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" name="Google Shape;32;p5"/>
          <p:cNvSpPr/>
          <p:nvPr/>
        </p:nvSpPr>
        <p:spPr>
          <a:xfrm>
            <a:off x="4252763" y="-81933"/>
            <a:ext cx="8222000" cy="700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311800" y="2392400"/>
            <a:ext cx="3710400" cy="207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1"/>
          </p:nvPr>
        </p:nvSpPr>
        <p:spPr>
          <a:xfrm>
            <a:off x="5537704" y="4195735"/>
            <a:ext cx="2450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2"/>
          </p:nvPr>
        </p:nvSpPr>
        <p:spPr>
          <a:xfrm>
            <a:off x="5208504" y="4611148"/>
            <a:ext cx="2779600" cy="1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3"/>
          </p:nvPr>
        </p:nvSpPr>
        <p:spPr>
          <a:xfrm>
            <a:off x="8498983" y="773859"/>
            <a:ext cx="25600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4"/>
          </p:nvPr>
        </p:nvSpPr>
        <p:spPr>
          <a:xfrm>
            <a:off x="8498985" y="1177955"/>
            <a:ext cx="2776400" cy="1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40550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22600" y="2531200"/>
            <a:ext cx="2892400" cy="179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" name="Google Shape;40;p6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964947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subTitle" idx="1"/>
          </p:nvPr>
        </p:nvSpPr>
        <p:spPr>
          <a:xfrm>
            <a:off x="6485267" y="3026200"/>
            <a:ext cx="4755600" cy="15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6485267" y="2262600"/>
            <a:ext cx="511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 sz="4667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4" name="Google Shape;44;p7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338299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7" name="Google Shape;47;p8"/>
          <p:cNvSpPr/>
          <p:nvPr/>
        </p:nvSpPr>
        <p:spPr>
          <a:xfrm>
            <a:off x="-203200" y="3648100"/>
            <a:ext cx="6774400" cy="285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48" name="Google Shape;48;p8"/>
          <p:cNvCxnSpPr/>
          <p:nvPr/>
        </p:nvCxnSpPr>
        <p:spPr>
          <a:xfrm>
            <a:off x="135700" y="3648100"/>
            <a:ext cx="0" cy="28552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" name="Google Shape;49;p8"/>
          <p:cNvSpPr txBox="1">
            <a:spLocks noGrp="1"/>
          </p:cNvSpPr>
          <p:nvPr>
            <p:ph type="subTitle" idx="1"/>
          </p:nvPr>
        </p:nvSpPr>
        <p:spPr>
          <a:xfrm>
            <a:off x="3386767" y="5570700"/>
            <a:ext cx="2790800" cy="65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subTitle" idx="2"/>
          </p:nvPr>
        </p:nvSpPr>
        <p:spPr>
          <a:xfrm>
            <a:off x="950967" y="3978932"/>
            <a:ext cx="5144800" cy="16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33" b="1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33" b="1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33" b="1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33" b="1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33" b="1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33" b="1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33" b="1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33" b="1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33" b="1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2570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/>
          <p:nvPr/>
        </p:nvSpPr>
        <p:spPr>
          <a:xfrm>
            <a:off x="-117633" y="1120600"/>
            <a:ext cx="5597600" cy="151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53" name="Google Shape;53;p9"/>
          <p:cNvCxnSpPr/>
          <p:nvPr/>
        </p:nvCxnSpPr>
        <p:spPr>
          <a:xfrm>
            <a:off x="138400" y="1121100"/>
            <a:ext cx="0" cy="1515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" name="Google Shape;54;p9"/>
          <p:cNvSpPr txBox="1">
            <a:spLocks noGrp="1"/>
          </p:cNvSpPr>
          <p:nvPr>
            <p:ph type="subTitle" idx="1"/>
          </p:nvPr>
        </p:nvSpPr>
        <p:spPr>
          <a:xfrm>
            <a:off x="6096000" y="1066600"/>
            <a:ext cx="4755600" cy="15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950967" y="1389241"/>
            <a:ext cx="511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 sz="4667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6" name="Google Shape;56;p9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804687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9" name="Google Shape;59;p10"/>
          <p:cNvSpPr txBox="1">
            <a:spLocks noGrp="1"/>
          </p:cNvSpPr>
          <p:nvPr>
            <p:ph type="body" idx="1"/>
          </p:nvPr>
        </p:nvSpPr>
        <p:spPr>
          <a:xfrm>
            <a:off x="3047923" y="421785"/>
            <a:ext cx="6630400" cy="20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6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140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dk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/>
          <p:nvPr/>
        </p:nvSpPr>
        <p:spPr>
          <a:xfrm>
            <a:off x="-154833" y="3415700"/>
            <a:ext cx="12374800" cy="189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2" name="Google Shape;62;p11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3" name="Google Shape;63;p11"/>
          <p:cNvSpPr txBox="1">
            <a:spLocks noGrp="1"/>
          </p:cNvSpPr>
          <p:nvPr>
            <p:ph type="title" hasCustomPrompt="1"/>
          </p:nvPr>
        </p:nvSpPr>
        <p:spPr>
          <a:xfrm>
            <a:off x="2749051" y="965167"/>
            <a:ext cx="6692000" cy="24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26666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>
            <a:spLocks noGrp="1"/>
          </p:cNvSpPr>
          <p:nvPr>
            <p:ph type="title" idx="2"/>
          </p:nvPr>
        </p:nvSpPr>
        <p:spPr>
          <a:xfrm>
            <a:off x="3314073" y="3828633"/>
            <a:ext cx="5556800" cy="10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85774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01881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Google Shape;67;p13"/>
          <p:cNvCxnSpPr/>
          <p:nvPr/>
        </p:nvCxnSpPr>
        <p:spPr>
          <a:xfrm>
            <a:off x="143967" y="2768067"/>
            <a:ext cx="0" cy="1348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" name="Google Shape;68;p13"/>
          <p:cNvCxnSpPr/>
          <p:nvPr/>
        </p:nvCxnSpPr>
        <p:spPr>
          <a:xfrm>
            <a:off x="12053832" y="2768067"/>
            <a:ext cx="0" cy="1348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" name="Google Shape;69;p13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/>
          </p:nvPr>
        </p:nvSpPr>
        <p:spPr>
          <a:xfrm>
            <a:off x="833700" y="499591"/>
            <a:ext cx="51360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2" hasCustomPrompt="1"/>
          </p:nvPr>
        </p:nvSpPr>
        <p:spPr>
          <a:xfrm>
            <a:off x="2723987" y="1806584"/>
            <a:ext cx="1288000" cy="6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1"/>
          </p:nvPr>
        </p:nvSpPr>
        <p:spPr>
          <a:xfrm>
            <a:off x="2118387" y="2555500"/>
            <a:ext cx="24992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3"/>
          </p:nvPr>
        </p:nvSpPr>
        <p:spPr>
          <a:xfrm>
            <a:off x="1953387" y="2927787"/>
            <a:ext cx="2829200" cy="6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 idx="4" hasCustomPrompt="1"/>
          </p:nvPr>
        </p:nvSpPr>
        <p:spPr>
          <a:xfrm>
            <a:off x="6056300" y="1806584"/>
            <a:ext cx="1288000" cy="6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5"/>
          </p:nvPr>
        </p:nvSpPr>
        <p:spPr>
          <a:xfrm>
            <a:off x="5450700" y="2544936"/>
            <a:ext cx="2499200" cy="3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6"/>
          </p:nvPr>
        </p:nvSpPr>
        <p:spPr>
          <a:xfrm>
            <a:off x="5137300" y="2927787"/>
            <a:ext cx="31260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title" idx="7" hasCustomPrompt="1"/>
          </p:nvPr>
        </p:nvSpPr>
        <p:spPr>
          <a:xfrm>
            <a:off x="9325741" y="1806584"/>
            <a:ext cx="1288000" cy="6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8"/>
          </p:nvPr>
        </p:nvSpPr>
        <p:spPr>
          <a:xfrm>
            <a:off x="8721941" y="2544924"/>
            <a:ext cx="2495600" cy="3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9"/>
          </p:nvPr>
        </p:nvSpPr>
        <p:spPr>
          <a:xfrm>
            <a:off x="8458341" y="2927787"/>
            <a:ext cx="3022800" cy="6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13" hasCustomPrompt="1"/>
          </p:nvPr>
        </p:nvSpPr>
        <p:spPr>
          <a:xfrm>
            <a:off x="2723987" y="4321769"/>
            <a:ext cx="12880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14"/>
          </p:nvPr>
        </p:nvSpPr>
        <p:spPr>
          <a:xfrm>
            <a:off x="2118387" y="5107900"/>
            <a:ext cx="24992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15"/>
          </p:nvPr>
        </p:nvSpPr>
        <p:spPr>
          <a:xfrm>
            <a:off x="1953387" y="5453099"/>
            <a:ext cx="28292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16" hasCustomPrompt="1"/>
          </p:nvPr>
        </p:nvSpPr>
        <p:spPr>
          <a:xfrm>
            <a:off x="6056300" y="4321769"/>
            <a:ext cx="12880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17"/>
          </p:nvPr>
        </p:nvSpPr>
        <p:spPr>
          <a:xfrm>
            <a:off x="5452500" y="5107900"/>
            <a:ext cx="24956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8"/>
          </p:nvPr>
        </p:nvSpPr>
        <p:spPr>
          <a:xfrm>
            <a:off x="5226100" y="5455169"/>
            <a:ext cx="29484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9" hasCustomPrompt="1"/>
          </p:nvPr>
        </p:nvSpPr>
        <p:spPr>
          <a:xfrm>
            <a:off x="9325741" y="4321769"/>
            <a:ext cx="12880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20"/>
          </p:nvPr>
        </p:nvSpPr>
        <p:spPr>
          <a:xfrm>
            <a:off x="8721941" y="5107900"/>
            <a:ext cx="24956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21"/>
          </p:nvPr>
        </p:nvSpPr>
        <p:spPr>
          <a:xfrm>
            <a:off x="8495541" y="5455169"/>
            <a:ext cx="29484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6618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/>
          <p:nvPr/>
        </p:nvSpPr>
        <p:spPr>
          <a:xfrm>
            <a:off x="200" y="2765395"/>
            <a:ext cx="12192000" cy="1349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91" name="Google Shape;91;p14"/>
          <p:cNvCxnSpPr/>
          <p:nvPr/>
        </p:nvCxnSpPr>
        <p:spPr>
          <a:xfrm>
            <a:off x="143967" y="2768067"/>
            <a:ext cx="0" cy="1348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" name="Google Shape;92;p14"/>
          <p:cNvCxnSpPr/>
          <p:nvPr/>
        </p:nvCxnSpPr>
        <p:spPr>
          <a:xfrm>
            <a:off x="12053832" y="2768067"/>
            <a:ext cx="0" cy="1348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" name="Google Shape;93;p14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3528000" y="2953135"/>
            <a:ext cx="51360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title" idx="2" hasCustomPrompt="1"/>
          </p:nvPr>
        </p:nvSpPr>
        <p:spPr>
          <a:xfrm>
            <a:off x="2906077" y="788188"/>
            <a:ext cx="3121200" cy="6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96" name="Google Shape;96;p14"/>
          <p:cNvSpPr txBox="1">
            <a:spLocks noGrp="1"/>
          </p:cNvSpPr>
          <p:nvPr>
            <p:ph type="subTitle" idx="1"/>
          </p:nvPr>
        </p:nvSpPr>
        <p:spPr>
          <a:xfrm>
            <a:off x="2906077" y="1580135"/>
            <a:ext cx="31212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subTitle" idx="3"/>
          </p:nvPr>
        </p:nvSpPr>
        <p:spPr>
          <a:xfrm>
            <a:off x="2906077" y="1973937"/>
            <a:ext cx="3121200" cy="6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title" idx="4" hasCustomPrompt="1"/>
          </p:nvPr>
        </p:nvSpPr>
        <p:spPr>
          <a:xfrm>
            <a:off x="6164192" y="788188"/>
            <a:ext cx="3121200" cy="6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5"/>
          </p:nvPr>
        </p:nvSpPr>
        <p:spPr>
          <a:xfrm>
            <a:off x="6164192" y="1569571"/>
            <a:ext cx="3121200" cy="3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ubTitle" idx="6"/>
          </p:nvPr>
        </p:nvSpPr>
        <p:spPr>
          <a:xfrm>
            <a:off x="6161792" y="1973937"/>
            <a:ext cx="31260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title" idx="7" hasCustomPrompt="1"/>
          </p:nvPr>
        </p:nvSpPr>
        <p:spPr>
          <a:xfrm>
            <a:off x="2906077" y="4321769"/>
            <a:ext cx="31212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102" name="Google Shape;102;p14"/>
          <p:cNvSpPr txBox="1">
            <a:spLocks noGrp="1"/>
          </p:cNvSpPr>
          <p:nvPr>
            <p:ph type="subTitle" idx="8"/>
          </p:nvPr>
        </p:nvSpPr>
        <p:spPr>
          <a:xfrm>
            <a:off x="2906077" y="5131208"/>
            <a:ext cx="31212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subTitle" idx="9"/>
          </p:nvPr>
        </p:nvSpPr>
        <p:spPr>
          <a:xfrm>
            <a:off x="2906077" y="5510473"/>
            <a:ext cx="31212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4" name="Google Shape;104;p14"/>
          <p:cNvSpPr txBox="1">
            <a:spLocks noGrp="1"/>
          </p:cNvSpPr>
          <p:nvPr>
            <p:ph type="title" idx="13" hasCustomPrompt="1"/>
          </p:nvPr>
        </p:nvSpPr>
        <p:spPr>
          <a:xfrm>
            <a:off x="6164192" y="4321769"/>
            <a:ext cx="31212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105" name="Google Shape;105;p14"/>
          <p:cNvSpPr txBox="1">
            <a:spLocks noGrp="1"/>
          </p:cNvSpPr>
          <p:nvPr>
            <p:ph type="subTitle" idx="14"/>
          </p:nvPr>
        </p:nvSpPr>
        <p:spPr>
          <a:xfrm>
            <a:off x="6164192" y="5131208"/>
            <a:ext cx="31212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subTitle" idx="15"/>
          </p:nvPr>
        </p:nvSpPr>
        <p:spPr>
          <a:xfrm>
            <a:off x="6164192" y="5510473"/>
            <a:ext cx="31212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319076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/>
          <p:nvPr/>
        </p:nvSpPr>
        <p:spPr>
          <a:xfrm>
            <a:off x="7874500" y="1165433"/>
            <a:ext cx="4367600" cy="151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9" name="Google Shape;109;p15"/>
          <p:cNvSpPr/>
          <p:nvPr/>
        </p:nvSpPr>
        <p:spPr>
          <a:xfrm>
            <a:off x="-96900" y="2670533"/>
            <a:ext cx="5597600" cy="151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0" name="Google Shape;110;p15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1" name="Google Shape;111;p15"/>
          <p:cNvSpPr txBox="1">
            <a:spLocks noGrp="1"/>
          </p:cNvSpPr>
          <p:nvPr>
            <p:ph type="title" hasCustomPrompt="1"/>
          </p:nvPr>
        </p:nvSpPr>
        <p:spPr>
          <a:xfrm>
            <a:off x="5939067" y="1281817"/>
            <a:ext cx="2217600" cy="124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3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12" name="Google Shape;112;p15"/>
          <p:cNvSpPr txBox="1">
            <a:spLocks noGrp="1"/>
          </p:cNvSpPr>
          <p:nvPr>
            <p:ph type="title" idx="2"/>
          </p:nvPr>
        </p:nvSpPr>
        <p:spPr>
          <a:xfrm>
            <a:off x="5939067" y="2606616"/>
            <a:ext cx="5762000" cy="164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verpass"/>
              <a:buNone/>
              <a:defRPr sz="12800" b="1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3" name="Google Shape;113;p15"/>
          <p:cNvSpPr txBox="1">
            <a:spLocks noGrp="1"/>
          </p:cNvSpPr>
          <p:nvPr>
            <p:ph type="subTitle" idx="1"/>
          </p:nvPr>
        </p:nvSpPr>
        <p:spPr>
          <a:xfrm>
            <a:off x="5939067" y="4211385"/>
            <a:ext cx="5112000" cy="84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14" name="Google Shape;114;p15"/>
          <p:cNvCxnSpPr/>
          <p:nvPr/>
        </p:nvCxnSpPr>
        <p:spPr>
          <a:xfrm>
            <a:off x="12056833" y="1176483"/>
            <a:ext cx="3200" cy="14828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" name="Google Shape;115;p15"/>
          <p:cNvCxnSpPr/>
          <p:nvPr/>
        </p:nvCxnSpPr>
        <p:spPr>
          <a:xfrm>
            <a:off x="135713" y="2686733"/>
            <a:ext cx="3200" cy="14828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2757033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bg>
      <p:bgPr>
        <a:solidFill>
          <a:schemeClr val="dk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8" name="Google Shape;118;p16"/>
          <p:cNvSpPr txBox="1">
            <a:spLocks noGrp="1"/>
          </p:cNvSpPr>
          <p:nvPr>
            <p:ph type="title" hasCustomPrompt="1"/>
          </p:nvPr>
        </p:nvSpPr>
        <p:spPr>
          <a:xfrm>
            <a:off x="1423740" y="2689328"/>
            <a:ext cx="2217600" cy="124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3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19" name="Google Shape;119;p16"/>
          <p:cNvSpPr txBox="1">
            <a:spLocks noGrp="1"/>
          </p:cNvSpPr>
          <p:nvPr>
            <p:ph type="title" idx="2"/>
          </p:nvPr>
        </p:nvSpPr>
        <p:spPr>
          <a:xfrm>
            <a:off x="3606640" y="2249972"/>
            <a:ext cx="5762000" cy="16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verpass"/>
              <a:buNone/>
              <a:defRPr sz="128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subTitle" idx="1"/>
          </p:nvPr>
        </p:nvSpPr>
        <p:spPr>
          <a:xfrm>
            <a:off x="7987395" y="2689333"/>
            <a:ext cx="2582000" cy="147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94443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solidFill>
          <a:schemeClr val="dk1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>
            <a:spLocks noGrp="1"/>
          </p:cNvSpPr>
          <p:nvPr>
            <p:ph type="title"/>
          </p:nvPr>
        </p:nvSpPr>
        <p:spPr>
          <a:xfrm>
            <a:off x="8360800" y="2531200"/>
            <a:ext cx="2892400" cy="179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407018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bg>
      <p:bgPr>
        <a:solidFill>
          <a:schemeClr val="dk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>
            <a:spLocks noGrp="1"/>
          </p:cNvSpPr>
          <p:nvPr>
            <p:ph type="title"/>
          </p:nvPr>
        </p:nvSpPr>
        <p:spPr>
          <a:xfrm>
            <a:off x="950967" y="525580"/>
            <a:ext cx="2892400" cy="179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6" name="Google Shape;126;p18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501116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Big number 1">
    <p:bg>
      <p:bgPr>
        <a:solidFill>
          <a:schemeClr val="dk1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/>
          <p:nvPr/>
        </p:nvSpPr>
        <p:spPr>
          <a:xfrm>
            <a:off x="6103933" y="1529367"/>
            <a:ext cx="6116000" cy="377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9" name="Google Shape;129;p19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0" name="Google Shape;130;p19"/>
          <p:cNvSpPr txBox="1">
            <a:spLocks noGrp="1"/>
          </p:cNvSpPr>
          <p:nvPr>
            <p:ph type="title" hasCustomPrompt="1"/>
          </p:nvPr>
        </p:nvSpPr>
        <p:spPr>
          <a:xfrm>
            <a:off x="777975" y="2165667"/>
            <a:ext cx="5145200" cy="24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26666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1" name="Google Shape;131;p19"/>
          <p:cNvSpPr txBox="1">
            <a:spLocks noGrp="1"/>
          </p:cNvSpPr>
          <p:nvPr>
            <p:ph type="title" idx="2"/>
          </p:nvPr>
        </p:nvSpPr>
        <p:spPr>
          <a:xfrm>
            <a:off x="6725767" y="1916933"/>
            <a:ext cx="3980000" cy="29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7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885358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4" name="Google Shape;134;p20"/>
          <p:cNvSpPr txBox="1">
            <a:spLocks noGrp="1"/>
          </p:cNvSpPr>
          <p:nvPr>
            <p:ph type="subTitle" idx="1"/>
          </p:nvPr>
        </p:nvSpPr>
        <p:spPr>
          <a:xfrm>
            <a:off x="6298667" y="3916187"/>
            <a:ext cx="2790800" cy="65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5" name="Google Shape;135;p20"/>
          <p:cNvSpPr txBox="1">
            <a:spLocks noGrp="1"/>
          </p:cNvSpPr>
          <p:nvPr>
            <p:ph type="subTitle" idx="2"/>
          </p:nvPr>
        </p:nvSpPr>
        <p:spPr>
          <a:xfrm>
            <a:off x="6298667" y="2269351"/>
            <a:ext cx="4954400" cy="16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33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33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33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33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33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33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33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33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33"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55282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/>
          <p:nvPr/>
        </p:nvSpPr>
        <p:spPr>
          <a:xfrm>
            <a:off x="4240800" y="-75500"/>
            <a:ext cx="3710400" cy="700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8" name="Google Shape;138;p21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9" name="Google Shape;139;p21"/>
          <p:cNvSpPr txBox="1">
            <a:spLocks noGrp="1"/>
          </p:cNvSpPr>
          <p:nvPr>
            <p:ph type="title"/>
          </p:nvPr>
        </p:nvSpPr>
        <p:spPr>
          <a:xfrm>
            <a:off x="4240800" y="393053"/>
            <a:ext cx="3710400" cy="207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21"/>
          <p:cNvSpPr txBox="1">
            <a:spLocks noGrp="1"/>
          </p:cNvSpPr>
          <p:nvPr>
            <p:ph type="subTitle" idx="1"/>
          </p:nvPr>
        </p:nvSpPr>
        <p:spPr>
          <a:xfrm>
            <a:off x="1260539" y="3796301"/>
            <a:ext cx="2450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21"/>
          <p:cNvSpPr txBox="1">
            <a:spLocks noGrp="1"/>
          </p:cNvSpPr>
          <p:nvPr>
            <p:ph type="subTitle" idx="2"/>
          </p:nvPr>
        </p:nvSpPr>
        <p:spPr>
          <a:xfrm>
            <a:off x="931339" y="4211715"/>
            <a:ext cx="2779600" cy="1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2" name="Google Shape;142;p21"/>
          <p:cNvSpPr txBox="1">
            <a:spLocks noGrp="1"/>
          </p:cNvSpPr>
          <p:nvPr>
            <p:ph type="subTitle" idx="3"/>
          </p:nvPr>
        </p:nvSpPr>
        <p:spPr>
          <a:xfrm>
            <a:off x="8420456" y="3796292"/>
            <a:ext cx="25600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subTitle" idx="4"/>
          </p:nvPr>
        </p:nvSpPr>
        <p:spPr>
          <a:xfrm>
            <a:off x="8420456" y="4200388"/>
            <a:ext cx="2776400" cy="1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399991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and body 1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6" name="Google Shape;146;p22"/>
          <p:cNvSpPr txBox="1">
            <a:spLocks noGrp="1"/>
          </p:cNvSpPr>
          <p:nvPr>
            <p:ph type="subTitle" idx="1"/>
          </p:nvPr>
        </p:nvSpPr>
        <p:spPr>
          <a:xfrm>
            <a:off x="833733" y="1623633"/>
            <a:ext cx="5189600" cy="45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R="67732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marR="67732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marR="67732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marR="67732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marR="67732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marR="67732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marR="67732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marR="67732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marR="67732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7" name="Google Shape;147;p22"/>
          <p:cNvSpPr txBox="1">
            <a:spLocks noGrp="1"/>
          </p:cNvSpPr>
          <p:nvPr>
            <p:ph type="title"/>
          </p:nvPr>
        </p:nvSpPr>
        <p:spPr>
          <a:xfrm>
            <a:off x="833733" y="421084"/>
            <a:ext cx="10272000" cy="9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8" name="Google Shape;148;p22"/>
          <p:cNvSpPr txBox="1">
            <a:spLocks noGrp="1"/>
          </p:cNvSpPr>
          <p:nvPr>
            <p:ph type="subTitle" idx="2"/>
          </p:nvPr>
        </p:nvSpPr>
        <p:spPr>
          <a:xfrm>
            <a:off x="6095997" y="1623633"/>
            <a:ext cx="5072400" cy="45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R="67732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marR="67732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marR="67732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marR="67732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marR="67732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marR="67732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marR="67732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marR="67732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marR="67732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69962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932000" y="570833"/>
            <a:ext cx="10328000" cy="8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1" name="Google Shape;151;p23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97416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>
            <a:spLocks noGrp="1"/>
          </p:cNvSpPr>
          <p:nvPr>
            <p:ph type="title"/>
          </p:nvPr>
        </p:nvSpPr>
        <p:spPr>
          <a:xfrm>
            <a:off x="932000" y="570833"/>
            <a:ext cx="10328000" cy="8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4" name="Google Shape;154;p24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3125830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bg>
      <p:bgPr>
        <a:solidFill>
          <a:schemeClr val="dk1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>
            <a:spLocks noGrp="1"/>
          </p:cNvSpPr>
          <p:nvPr>
            <p:ph type="title"/>
          </p:nvPr>
        </p:nvSpPr>
        <p:spPr>
          <a:xfrm>
            <a:off x="932000" y="992995"/>
            <a:ext cx="2820000" cy="8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7" name="Google Shape;157;p25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426248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0" name="Google Shape;160;p26"/>
          <p:cNvSpPr/>
          <p:nvPr/>
        </p:nvSpPr>
        <p:spPr>
          <a:xfrm>
            <a:off x="4223933" y="2001512"/>
            <a:ext cx="7957200" cy="284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61" name="Google Shape;161;p26"/>
          <p:cNvSpPr txBox="1">
            <a:spLocks noGrp="1"/>
          </p:cNvSpPr>
          <p:nvPr>
            <p:ph type="title"/>
          </p:nvPr>
        </p:nvSpPr>
        <p:spPr>
          <a:xfrm>
            <a:off x="720800" y="2531200"/>
            <a:ext cx="2892400" cy="179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6"/>
          <p:cNvSpPr txBox="1">
            <a:spLocks noGrp="1"/>
          </p:cNvSpPr>
          <p:nvPr>
            <p:ph type="subTitle" idx="1"/>
          </p:nvPr>
        </p:nvSpPr>
        <p:spPr>
          <a:xfrm>
            <a:off x="5823052" y="3112647"/>
            <a:ext cx="11704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6"/>
          <p:cNvSpPr txBox="1">
            <a:spLocks noGrp="1"/>
          </p:cNvSpPr>
          <p:nvPr>
            <p:ph type="subTitle" idx="2"/>
          </p:nvPr>
        </p:nvSpPr>
        <p:spPr>
          <a:xfrm>
            <a:off x="5158652" y="3609559"/>
            <a:ext cx="2499200" cy="6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6"/>
          <p:cNvSpPr txBox="1">
            <a:spLocks noGrp="1"/>
          </p:cNvSpPr>
          <p:nvPr>
            <p:ph type="subTitle" idx="3"/>
          </p:nvPr>
        </p:nvSpPr>
        <p:spPr>
          <a:xfrm>
            <a:off x="8765367" y="3112647"/>
            <a:ext cx="11704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6"/>
          <p:cNvSpPr txBox="1">
            <a:spLocks noGrp="1"/>
          </p:cNvSpPr>
          <p:nvPr>
            <p:ph type="subTitle" idx="4"/>
          </p:nvPr>
        </p:nvSpPr>
        <p:spPr>
          <a:xfrm>
            <a:off x="8100967" y="3609559"/>
            <a:ext cx="2499200" cy="6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665105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bg>
      <p:bgPr>
        <a:solidFill>
          <a:schemeClr val="dk1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/>
          <p:nvPr/>
        </p:nvSpPr>
        <p:spPr>
          <a:xfrm rot="5400000">
            <a:off x="2895500" y="2073833"/>
            <a:ext cx="6880800" cy="271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8" name="Google Shape;168;p27"/>
          <p:cNvGrpSpPr/>
          <p:nvPr/>
        </p:nvGrpSpPr>
        <p:grpSpPr>
          <a:xfrm flipH="1">
            <a:off x="4976418" y="135034"/>
            <a:ext cx="7043484" cy="6580133"/>
            <a:chOff x="101561" y="101275"/>
            <a:chExt cx="4473000" cy="4935100"/>
          </a:xfrm>
        </p:grpSpPr>
        <p:cxnSp>
          <p:nvCxnSpPr>
            <p:cNvPr id="169" name="Google Shape;169;p27"/>
            <p:cNvCxnSpPr/>
            <p:nvPr/>
          </p:nvCxnSpPr>
          <p:spPr>
            <a:xfrm rot="10800000">
              <a:off x="103276" y="3441000"/>
              <a:ext cx="0" cy="1587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Google Shape;170;p27"/>
            <p:cNvCxnSpPr/>
            <p:nvPr/>
          </p:nvCxnSpPr>
          <p:spPr>
            <a:xfrm rot="10800000">
              <a:off x="101561" y="5036375"/>
              <a:ext cx="4473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" name="Google Shape;171;p27"/>
            <p:cNvCxnSpPr/>
            <p:nvPr/>
          </p:nvCxnSpPr>
          <p:spPr>
            <a:xfrm rot="10800000">
              <a:off x="101561" y="101275"/>
              <a:ext cx="4473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2" name="Google Shape;172;p27"/>
            <p:cNvCxnSpPr/>
            <p:nvPr/>
          </p:nvCxnSpPr>
          <p:spPr>
            <a:xfrm rot="10800000">
              <a:off x="103284" y="115475"/>
              <a:ext cx="0" cy="1747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73" name="Google Shape;173;p27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4" name="Google Shape;174;p27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2892400" cy="179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5" name="Google Shape;175;p27"/>
          <p:cNvSpPr txBox="1">
            <a:spLocks noGrp="1"/>
          </p:cNvSpPr>
          <p:nvPr>
            <p:ph type="subTitle" idx="1"/>
          </p:nvPr>
        </p:nvSpPr>
        <p:spPr>
          <a:xfrm>
            <a:off x="5086300" y="719333"/>
            <a:ext cx="24992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7"/>
          <p:cNvSpPr txBox="1">
            <a:spLocks noGrp="1"/>
          </p:cNvSpPr>
          <p:nvPr>
            <p:ph type="subTitle" idx="2"/>
          </p:nvPr>
        </p:nvSpPr>
        <p:spPr>
          <a:xfrm>
            <a:off x="5086300" y="1216259"/>
            <a:ext cx="2499200" cy="6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7"/>
          <p:cNvSpPr txBox="1">
            <a:spLocks noGrp="1"/>
          </p:cNvSpPr>
          <p:nvPr>
            <p:ph type="subTitle" idx="3"/>
          </p:nvPr>
        </p:nvSpPr>
        <p:spPr>
          <a:xfrm>
            <a:off x="5086300" y="2719381"/>
            <a:ext cx="24992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7"/>
          <p:cNvSpPr txBox="1">
            <a:spLocks noGrp="1"/>
          </p:cNvSpPr>
          <p:nvPr>
            <p:ph type="subTitle" idx="4"/>
          </p:nvPr>
        </p:nvSpPr>
        <p:spPr>
          <a:xfrm>
            <a:off x="5086300" y="3216307"/>
            <a:ext cx="2499200" cy="6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7"/>
          <p:cNvSpPr txBox="1">
            <a:spLocks noGrp="1"/>
          </p:cNvSpPr>
          <p:nvPr>
            <p:ph type="subTitle" idx="5"/>
          </p:nvPr>
        </p:nvSpPr>
        <p:spPr>
          <a:xfrm>
            <a:off x="5086300" y="4719200"/>
            <a:ext cx="24992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7"/>
          <p:cNvSpPr txBox="1">
            <a:spLocks noGrp="1"/>
          </p:cNvSpPr>
          <p:nvPr>
            <p:ph type="subTitle" idx="6"/>
          </p:nvPr>
        </p:nvSpPr>
        <p:spPr>
          <a:xfrm>
            <a:off x="5086300" y="5216125"/>
            <a:ext cx="2499200" cy="6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727421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4">
  <p:cSld name="Title and two columns 4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3" name="Google Shape;183;p28"/>
          <p:cNvSpPr/>
          <p:nvPr/>
        </p:nvSpPr>
        <p:spPr>
          <a:xfrm>
            <a:off x="-34632" y="2001512"/>
            <a:ext cx="7957200" cy="284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84" name="Google Shape;184;p28"/>
          <p:cNvSpPr txBox="1">
            <a:spLocks noGrp="1"/>
          </p:cNvSpPr>
          <p:nvPr>
            <p:ph type="title"/>
          </p:nvPr>
        </p:nvSpPr>
        <p:spPr>
          <a:xfrm>
            <a:off x="8522588" y="2531200"/>
            <a:ext cx="2892400" cy="179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5" name="Google Shape;185;p28"/>
          <p:cNvSpPr txBox="1">
            <a:spLocks noGrp="1"/>
          </p:cNvSpPr>
          <p:nvPr>
            <p:ph type="subTitle" idx="1"/>
          </p:nvPr>
        </p:nvSpPr>
        <p:spPr>
          <a:xfrm>
            <a:off x="1911419" y="3112647"/>
            <a:ext cx="11704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6" name="Google Shape;186;p28"/>
          <p:cNvSpPr txBox="1">
            <a:spLocks noGrp="1"/>
          </p:cNvSpPr>
          <p:nvPr>
            <p:ph type="subTitle" idx="2"/>
          </p:nvPr>
        </p:nvSpPr>
        <p:spPr>
          <a:xfrm>
            <a:off x="1247019" y="3607579"/>
            <a:ext cx="2499200" cy="6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7" name="Google Shape;187;p28"/>
          <p:cNvSpPr txBox="1">
            <a:spLocks noGrp="1"/>
          </p:cNvSpPr>
          <p:nvPr>
            <p:ph type="subTitle" idx="3"/>
          </p:nvPr>
        </p:nvSpPr>
        <p:spPr>
          <a:xfrm>
            <a:off x="5189357" y="3103271"/>
            <a:ext cx="11704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8" name="Google Shape;188;p28"/>
          <p:cNvSpPr txBox="1">
            <a:spLocks noGrp="1"/>
          </p:cNvSpPr>
          <p:nvPr>
            <p:ph type="subTitle" idx="4"/>
          </p:nvPr>
        </p:nvSpPr>
        <p:spPr>
          <a:xfrm>
            <a:off x="4524957" y="3607579"/>
            <a:ext cx="2499200" cy="6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263562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5">
  <p:cSld name="Title and two columns 5">
    <p:bg>
      <p:bgPr>
        <a:solidFill>
          <a:schemeClr val="dk1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/>
          <p:nvPr/>
        </p:nvSpPr>
        <p:spPr>
          <a:xfrm>
            <a:off x="135400" y="145833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1" name="Google Shape;191;p29"/>
          <p:cNvSpPr/>
          <p:nvPr/>
        </p:nvSpPr>
        <p:spPr>
          <a:xfrm rot="5400000">
            <a:off x="2895500" y="2073833"/>
            <a:ext cx="6880800" cy="271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2" name="Google Shape;192;p29"/>
          <p:cNvSpPr txBox="1">
            <a:spLocks noGrp="1"/>
          </p:cNvSpPr>
          <p:nvPr>
            <p:ph type="title"/>
          </p:nvPr>
        </p:nvSpPr>
        <p:spPr>
          <a:xfrm>
            <a:off x="8522588" y="2531200"/>
            <a:ext cx="2892400" cy="179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3" name="Google Shape;193;p29"/>
          <p:cNvSpPr txBox="1">
            <a:spLocks noGrp="1"/>
          </p:cNvSpPr>
          <p:nvPr>
            <p:ph type="subTitle" idx="1"/>
          </p:nvPr>
        </p:nvSpPr>
        <p:spPr>
          <a:xfrm>
            <a:off x="5086300" y="716667"/>
            <a:ext cx="24992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9"/>
          <p:cNvSpPr txBox="1">
            <a:spLocks noGrp="1"/>
          </p:cNvSpPr>
          <p:nvPr>
            <p:ph type="subTitle" idx="2"/>
          </p:nvPr>
        </p:nvSpPr>
        <p:spPr>
          <a:xfrm>
            <a:off x="5086300" y="1211612"/>
            <a:ext cx="2499200" cy="6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5" name="Google Shape;195;p29"/>
          <p:cNvSpPr txBox="1">
            <a:spLocks noGrp="1"/>
          </p:cNvSpPr>
          <p:nvPr>
            <p:ph type="subTitle" idx="3"/>
          </p:nvPr>
        </p:nvSpPr>
        <p:spPr>
          <a:xfrm>
            <a:off x="5086300" y="2867399"/>
            <a:ext cx="24992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6" name="Google Shape;196;p29"/>
          <p:cNvSpPr txBox="1">
            <a:spLocks noGrp="1"/>
          </p:cNvSpPr>
          <p:nvPr>
            <p:ph type="subTitle" idx="4"/>
          </p:nvPr>
        </p:nvSpPr>
        <p:spPr>
          <a:xfrm>
            <a:off x="5086300" y="3375931"/>
            <a:ext cx="2499200" cy="6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7" name="Google Shape;197;p29"/>
          <p:cNvSpPr txBox="1">
            <a:spLocks noGrp="1"/>
          </p:cNvSpPr>
          <p:nvPr>
            <p:ph type="subTitle" idx="5"/>
          </p:nvPr>
        </p:nvSpPr>
        <p:spPr>
          <a:xfrm>
            <a:off x="5086300" y="5027351"/>
            <a:ext cx="24992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8" name="Google Shape;198;p29"/>
          <p:cNvSpPr txBox="1">
            <a:spLocks noGrp="1"/>
          </p:cNvSpPr>
          <p:nvPr>
            <p:ph type="subTitle" idx="6"/>
          </p:nvPr>
        </p:nvSpPr>
        <p:spPr>
          <a:xfrm>
            <a:off x="5086300" y="5535884"/>
            <a:ext cx="2499200" cy="6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8222610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bg>
      <p:bgPr>
        <a:solidFill>
          <a:schemeClr val="dk1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1" name="Google Shape;201;p30"/>
          <p:cNvSpPr txBox="1">
            <a:spLocks noGrp="1"/>
          </p:cNvSpPr>
          <p:nvPr>
            <p:ph type="title"/>
          </p:nvPr>
        </p:nvSpPr>
        <p:spPr>
          <a:xfrm>
            <a:off x="833733" y="431567"/>
            <a:ext cx="10407200" cy="8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362953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Title only 7">
    <p:bg>
      <p:bgPr>
        <a:solidFill>
          <a:schemeClr val="lt1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4" name="Google Shape;204;p31"/>
          <p:cNvSpPr txBox="1">
            <a:spLocks noGrp="1"/>
          </p:cNvSpPr>
          <p:nvPr>
            <p:ph type="title"/>
          </p:nvPr>
        </p:nvSpPr>
        <p:spPr>
          <a:xfrm>
            <a:off x="833733" y="431567"/>
            <a:ext cx="10407200" cy="8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5299325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Title only 8">
    <p:bg>
      <p:bgPr>
        <a:solidFill>
          <a:schemeClr val="dk1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7" name="Google Shape;207;p32"/>
          <p:cNvSpPr txBox="1">
            <a:spLocks noGrp="1"/>
          </p:cNvSpPr>
          <p:nvPr>
            <p:ph type="title"/>
          </p:nvPr>
        </p:nvSpPr>
        <p:spPr>
          <a:xfrm>
            <a:off x="6502536" y="1600867"/>
            <a:ext cx="423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0256397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9">
  <p:cSld name="Title only 9">
    <p:bg>
      <p:bgPr>
        <a:solidFill>
          <a:schemeClr val="lt1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0" name="Google Shape;210;p33"/>
          <p:cNvSpPr txBox="1">
            <a:spLocks noGrp="1"/>
          </p:cNvSpPr>
          <p:nvPr>
            <p:ph type="title"/>
          </p:nvPr>
        </p:nvSpPr>
        <p:spPr>
          <a:xfrm>
            <a:off x="950969" y="414533"/>
            <a:ext cx="423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714312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0">
  <p:cSld name="Title only 10">
    <p:bg>
      <p:bgPr>
        <a:solidFill>
          <a:schemeClr val="dk1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3" name="Google Shape;213;p34"/>
          <p:cNvSpPr txBox="1">
            <a:spLocks noGrp="1"/>
          </p:cNvSpPr>
          <p:nvPr>
            <p:ph type="title"/>
          </p:nvPr>
        </p:nvSpPr>
        <p:spPr>
          <a:xfrm>
            <a:off x="950969" y="719333"/>
            <a:ext cx="423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023135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1">
  <p:cSld name="Title only 11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>
            <a:spLocks noGrp="1"/>
          </p:cNvSpPr>
          <p:nvPr>
            <p:ph type="title"/>
          </p:nvPr>
        </p:nvSpPr>
        <p:spPr>
          <a:xfrm>
            <a:off x="653200" y="2911400"/>
            <a:ext cx="3027600" cy="103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6" name="Google Shape;216;p35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406495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>
  <p:cSld name="Title only 12">
    <p:bg>
      <p:bgPr>
        <a:solidFill>
          <a:schemeClr val="dk1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6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9" name="Google Shape;219;p36"/>
          <p:cNvSpPr/>
          <p:nvPr/>
        </p:nvSpPr>
        <p:spPr>
          <a:xfrm>
            <a:off x="0" y="1645433"/>
            <a:ext cx="3875200" cy="357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cxnSp>
        <p:nvCxnSpPr>
          <p:cNvPr id="220" name="Google Shape;220;p36"/>
          <p:cNvCxnSpPr/>
          <p:nvPr/>
        </p:nvCxnSpPr>
        <p:spPr>
          <a:xfrm>
            <a:off x="138400" y="1647033"/>
            <a:ext cx="0" cy="3584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1" name="Google Shape;221;p36"/>
          <p:cNvSpPr txBox="1">
            <a:spLocks noGrp="1"/>
          </p:cNvSpPr>
          <p:nvPr>
            <p:ph type="title"/>
          </p:nvPr>
        </p:nvSpPr>
        <p:spPr>
          <a:xfrm>
            <a:off x="950967" y="2911400"/>
            <a:ext cx="3027600" cy="103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851598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3">
  <p:cSld name="Title only 13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"/>
          <p:cNvSpPr txBox="1">
            <a:spLocks noGrp="1"/>
          </p:cNvSpPr>
          <p:nvPr>
            <p:ph type="title"/>
          </p:nvPr>
        </p:nvSpPr>
        <p:spPr>
          <a:xfrm>
            <a:off x="812729" y="504681"/>
            <a:ext cx="5262400" cy="18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24" name="Google Shape;224;p37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9010551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4">
  <p:cSld name="Title only 14">
    <p:bg>
      <p:bgPr>
        <a:solidFill>
          <a:schemeClr val="dk1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/>
          <p:cNvSpPr txBox="1">
            <a:spLocks noGrp="1"/>
          </p:cNvSpPr>
          <p:nvPr>
            <p:ph type="title"/>
          </p:nvPr>
        </p:nvSpPr>
        <p:spPr>
          <a:xfrm>
            <a:off x="950967" y="471933"/>
            <a:ext cx="10302400" cy="10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27" name="Google Shape;227;p38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0678234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5">
  <p:cSld name="Title only 15">
    <p:bg>
      <p:bgPr>
        <a:solidFill>
          <a:schemeClr val="dk1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9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0" name="Google Shape;230;p39"/>
          <p:cNvSpPr txBox="1">
            <a:spLocks noGrp="1"/>
          </p:cNvSpPr>
          <p:nvPr>
            <p:ph type="title"/>
          </p:nvPr>
        </p:nvSpPr>
        <p:spPr>
          <a:xfrm>
            <a:off x="655200" y="2572800"/>
            <a:ext cx="3023600" cy="171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3328904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6">
  <p:cSld name="Title only 16">
    <p:bg>
      <p:bgPr>
        <a:solidFill>
          <a:schemeClr val="dk1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0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3" name="Google Shape;233;p40"/>
          <p:cNvSpPr txBox="1">
            <a:spLocks noGrp="1"/>
          </p:cNvSpPr>
          <p:nvPr>
            <p:ph type="title"/>
          </p:nvPr>
        </p:nvSpPr>
        <p:spPr>
          <a:xfrm>
            <a:off x="8229600" y="560720"/>
            <a:ext cx="3023600" cy="171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4469147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7">
  <p:cSld name="Title only 17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1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6" name="Google Shape;236;p41"/>
          <p:cNvSpPr/>
          <p:nvPr/>
        </p:nvSpPr>
        <p:spPr>
          <a:xfrm>
            <a:off x="3863" y="-66567"/>
            <a:ext cx="12192000" cy="6944400"/>
          </a:xfrm>
          <a:prstGeom prst="rect">
            <a:avLst/>
          </a:prstGeom>
          <a:solidFill>
            <a:schemeClr val="dk1">
              <a:alpha val="648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7" name="Google Shape;237;p41"/>
          <p:cNvSpPr/>
          <p:nvPr/>
        </p:nvSpPr>
        <p:spPr>
          <a:xfrm>
            <a:off x="3632200" y="0"/>
            <a:ext cx="49276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cxnSp>
        <p:nvCxnSpPr>
          <p:cNvPr id="238" name="Google Shape;238;p41"/>
          <p:cNvCxnSpPr/>
          <p:nvPr/>
        </p:nvCxnSpPr>
        <p:spPr>
          <a:xfrm>
            <a:off x="3604864" y="141600"/>
            <a:ext cx="5082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9" name="Google Shape;239;p41"/>
          <p:cNvCxnSpPr/>
          <p:nvPr/>
        </p:nvCxnSpPr>
        <p:spPr>
          <a:xfrm>
            <a:off x="3604864" y="6716400"/>
            <a:ext cx="5082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0" name="Google Shape;240;p41"/>
          <p:cNvSpPr txBox="1">
            <a:spLocks noGrp="1"/>
          </p:cNvSpPr>
          <p:nvPr>
            <p:ph type="title"/>
          </p:nvPr>
        </p:nvSpPr>
        <p:spPr>
          <a:xfrm>
            <a:off x="3632200" y="472112"/>
            <a:ext cx="4927600" cy="10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1480692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8">
  <p:cSld name="Title only 18">
    <p:bg>
      <p:bgPr>
        <a:solidFill>
          <a:schemeClr val="dk1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2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3" name="Google Shape;243;p42"/>
          <p:cNvSpPr txBox="1">
            <a:spLocks noGrp="1"/>
          </p:cNvSpPr>
          <p:nvPr>
            <p:ph type="title"/>
          </p:nvPr>
        </p:nvSpPr>
        <p:spPr>
          <a:xfrm>
            <a:off x="950967" y="910300"/>
            <a:ext cx="2778800" cy="10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214472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Title and six columns 1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3"/>
          <p:cNvSpPr txBox="1">
            <a:spLocks noGrp="1"/>
          </p:cNvSpPr>
          <p:nvPr>
            <p:ph type="title"/>
          </p:nvPr>
        </p:nvSpPr>
        <p:spPr>
          <a:xfrm>
            <a:off x="904835" y="431433"/>
            <a:ext cx="10394000" cy="9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6" name="Google Shape;246;p43"/>
          <p:cNvSpPr txBox="1">
            <a:spLocks noGrp="1"/>
          </p:cNvSpPr>
          <p:nvPr>
            <p:ph type="subTitle" idx="1"/>
          </p:nvPr>
        </p:nvSpPr>
        <p:spPr>
          <a:xfrm>
            <a:off x="1505357" y="1892029"/>
            <a:ext cx="24992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7" name="Google Shape;247;p43"/>
          <p:cNvSpPr txBox="1">
            <a:spLocks noGrp="1"/>
          </p:cNvSpPr>
          <p:nvPr>
            <p:ph type="subTitle" idx="2"/>
          </p:nvPr>
        </p:nvSpPr>
        <p:spPr>
          <a:xfrm>
            <a:off x="1340357" y="2268487"/>
            <a:ext cx="2829200" cy="6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8" name="Google Shape;248;p43"/>
          <p:cNvSpPr txBox="1">
            <a:spLocks noGrp="1"/>
          </p:cNvSpPr>
          <p:nvPr>
            <p:ph type="subTitle" idx="3"/>
          </p:nvPr>
        </p:nvSpPr>
        <p:spPr>
          <a:xfrm>
            <a:off x="4733271" y="1885629"/>
            <a:ext cx="2499200" cy="3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9" name="Google Shape;249;p43"/>
          <p:cNvSpPr txBox="1">
            <a:spLocks noGrp="1"/>
          </p:cNvSpPr>
          <p:nvPr>
            <p:ph type="subTitle" idx="4"/>
          </p:nvPr>
        </p:nvSpPr>
        <p:spPr>
          <a:xfrm>
            <a:off x="4568671" y="2268487"/>
            <a:ext cx="28284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0" name="Google Shape;250;p43"/>
          <p:cNvSpPr txBox="1">
            <a:spLocks noGrp="1"/>
          </p:cNvSpPr>
          <p:nvPr>
            <p:ph type="subTitle" idx="5"/>
          </p:nvPr>
        </p:nvSpPr>
        <p:spPr>
          <a:xfrm>
            <a:off x="8078912" y="1885629"/>
            <a:ext cx="2495600" cy="3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1" name="Google Shape;251;p43"/>
          <p:cNvSpPr txBox="1">
            <a:spLocks noGrp="1"/>
          </p:cNvSpPr>
          <p:nvPr>
            <p:ph type="subTitle" idx="6"/>
          </p:nvPr>
        </p:nvSpPr>
        <p:spPr>
          <a:xfrm>
            <a:off x="7845312" y="2268487"/>
            <a:ext cx="2962800" cy="6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2" name="Google Shape;252;p43"/>
          <p:cNvSpPr txBox="1">
            <a:spLocks noGrp="1"/>
          </p:cNvSpPr>
          <p:nvPr>
            <p:ph type="subTitle" idx="7"/>
          </p:nvPr>
        </p:nvSpPr>
        <p:spPr>
          <a:xfrm>
            <a:off x="1505357" y="3579933"/>
            <a:ext cx="24992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3" name="Google Shape;253;p43"/>
          <p:cNvSpPr txBox="1">
            <a:spLocks noGrp="1"/>
          </p:cNvSpPr>
          <p:nvPr>
            <p:ph type="subTitle" idx="8"/>
          </p:nvPr>
        </p:nvSpPr>
        <p:spPr>
          <a:xfrm>
            <a:off x="1340357" y="3930416"/>
            <a:ext cx="28292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4" name="Google Shape;254;p43"/>
          <p:cNvSpPr txBox="1">
            <a:spLocks noGrp="1"/>
          </p:cNvSpPr>
          <p:nvPr>
            <p:ph type="subTitle" idx="9"/>
          </p:nvPr>
        </p:nvSpPr>
        <p:spPr>
          <a:xfrm>
            <a:off x="4735071" y="3579933"/>
            <a:ext cx="24956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5" name="Google Shape;255;p43"/>
          <p:cNvSpPr txBox="1">
            <a:spLocks noGrp="1"/>
          </p:cNvSpPr>
          <p:nvPr>
            <p:ph type="subTitle" idx="13"/>
          </p:nvPr>
        </p:nvSpPr>
        <p:spPr>
          <a:xfrm>
            <a:off x="4568671" y="3932487"/>
            <a:ext cx="28284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6" name="Google Shape;256;p43"/>
          <p:cNvSpPr txBox="1">
            <a:spLocks noGrp="1"/>
          </p:cNvSpPr>
          <p:nvPr>
            <p:ph type="subTitle" idx="14"/>
          </p:nvPr>
        </p:nvSpPr>
        <p:spPr>
          <a:xfrm>
            <a:off x="8078912" y="3579933"/>
            <a:ext cx="24956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7" name="Google Shape;257;p43"/>
          <p:cNvSpPr txBox="1">
            <a:spLocks noGrp="1"/>
          </p:cNvSpPr>
          <p:nvPr>
            <p:ph type="subTitle" idx="15"/>
          </p:nvPr>
        </p:nvSpPr>
        <p:spPr>
          <a:xfrm>
            <a:off x="7912512" y="3932487"/>
            <a:ext cx="28284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8" name="Google Shape;258;p43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74232929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2">
  <p:cSld name="Title and six columns 2">
    <p:bg>
      <p:bgPr>
        <a:solidFill>
          <a:schemeClr val="dk1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4"/>
          <p:cNvSpPr txBox="1">
            <a:spLocks noGrp="1"/>
          </p:cNvSpPr>
          <p:nvPr>
            <p:ph type="title"/>
          </p:nvPr>
        </p:nvSpPr>
        <p:spPr>
          <a:xfrm>
            <a:off x="3197000" y="431433"/>
            <a:ext cx="8102000" cy="9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1" name="Google Shape;261;p44"/>
          <p:cNvSpPr txBox="1">
            <a:spLocks noGrp="1"/>
          </p:cNvSpPr>
          <p:nvPr>
            <p:ph type="subTitle" idx="1"/>
          </p:nvPr>
        </p:nvSpPr>
        <p:spPr>
          <a:xfrm>
            <a:off x="4268257" y="2095229"/>
            <a:ext cx="24992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2" name="Google Shape;262;p44"/>
          <p:cNvSpPr txBox="1">
            <a:spLocks noGrp="1"/>
          </p:cNvSpPr>
          <p:nvPr>
            <p:ph type="subTitle" idx="2"/>
          </p:nvPr>
        </p:nvSpPr>
        <p:spPr>
          <a:xfrm>
            <a:off x="4268257" y="2471687"/>
            <a:ext cx="2829200" cy="6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3" name="Google Shape;263;p44"/>
          <p:cNvSpPr txBox="1">
            <a:spLocks noGrp="1"/>
          </p:cNvSpPr>
          <p:nvPr>
            <p:ph type="subTitle" idx="3"/>
          </p:nvPr>
        </p:nvSpPr>
        <p:spPr>
          <a:xfrm>
            <a:off x="8454912" y="2088829"/>
            <a:ext cx="2499200" cy="3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4" name="Google Shape;264;p44"/>
          <p:cNvSpPr txBox="1">
            <a:spLocks noGrp="1"/>
          </p:cNvSpPr>
          <p:nvPr>
            <p:ph type="subTitle" idx="4"/>
          </p:nvPr>
        </p:nvSpPr>
        <p:spPr>
          <a:xfrm>
            <a:off x="8454912" y="2471687"/>
            <a:ext cx="28284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5" name="Google Shape;265;p44"/>
          <p:cNvSpPr txBox="1">
            <a:spLocks noGrp="1"/>
          </p:cNvSpPr>
          <p:nvPr>
            <p:ph type="subTitle" idx="5"/>
          </p:nvPr>
        </p:nvSpPr>
        <p:spPr>
          <a:xfrm>
            <a:off x="8454912" y="3554024"/>
            <a:ext cx="2495600" cy="3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6" name="Google Shape;266;p44"/>
          <p:cNvSpPr txBox="1">
            <a:spLocks noGrp="1"/>
          </p:cNvSpPr>
          <p:nvPr>
            <p:ph type="subTitle" idx="6"/>
          </p:nvPr>
        </p:nvSpPr>
        <p:spPr>
          <a:xfrm>
            <a:off x="8454912" y="3936881"/>
            <a:ext cx="2962800" cy="6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7" name="Google Shape;267;p44"/>
          <p:cNvSpPr txBox="1">
            <a:spLocks noGrp="1"/>
          </p:cNvSpPr>
          <p:nvPr>
            <p:ph type="subTitle" idx="7"/>
          </p:nvPr>
        </p:nvSpPr>
        <p:spPr>
          <a:xfrm>
            <a:off x="4268257" y="3560948"/>
            <a:ext cx="24992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8" name="Google Shape;268;p44"/>
          <p:cNvSpPr txBox="1">
            <a:spLocks noGrp="1"/>
          </p:cNvSpPr>
          <p:nvPr>
            <p:ph type="subTitle" idx="8"/>
          </p:nvPr>
        </p:nvSpPr>
        <p:spPr>
          <a:xfrm>
            <a:off x="4268257" y="3939112"/>
            <a:ext cx="28292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9" name="Google Shape;269;p44"/>
          <p:cNvSpPr txBox="1">
            <a:spLocks noGrp="1"/>
          </p:cNvSpPr>
          <p:nvPr>
            <p:ph type="subTitle" idx="9"/>
          </p:nvPr>
        </p:nvSpPr>
        <p:spPr>
          <a:xfrm>
            <a:off x="4268257" y="5047476"/>
            <a:ext cx="24956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0" name="Google Shape;270;p44"/>
          <p:cNvSpPr txBox="1">
            <a:spLocks noGrp="1"/>
          </p:cNvSpPr>
          <p:nvPr>
            <p:ph type="subTitle" idx="13"/>
          </p:nvPr>
        </p:nvSpPr>
        <p:spPr>
          <a:xfrm>
            <a:off x="4268257" y="5427711"/>
            <a:ext cx="28284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1" name="Google Shape;271;p44"/>
          <p:cNvSpPr txBox="1">
            <a:spLocks noGrp="1"/>
          </p:cNvSpPr>
          <p:nvPr>
            <p:ph type="subTitle" idx="14"/>
          </p:nvPr>
        </p:nvSpPr>
        <p:spPr>
          <a:xfrm>
            <a:off x="8454912" y="5049844"/>
            <a:ext cx="24956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2" name="Google Shape;272;p44"/>
          <p:cNvSpPr txBox="1">
            <a:spLocks noGrp="1"/>
          </p:cNvSpPr>
          <p:nvPr>
            <p:ph type="subTitle" idx="15"/>
          </p:nvPr>
        </p:nvSpPr>
        <p:spPr>
          <a:xfrm>
            <a:off x="8454912" y="5430079"/>
            <a:ext cx="28284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3" name="Google Shape;273;p44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75274097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Title and four columns 2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5"/>
          <p:cNvSpPr/>
          <p:nvPr/>
        </p:nvSpPr>
        <p:spPr>
          <a:xfrm>
            <a:off x="3688911" y="476748"/>
            <a:ext cx="7412800" cy="598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276" name="Google Shape;276;p45"/>
          <p:cNvSpPr txBox="1">
            <a:spLocks noGrp="1"/>
          </p:cNvSpPr>
          <p:nvPr>
            <p:ph type="subTitle" idx="1"/>
          </p:nvPr>
        </p:nvSpPr>
        <p:spPr>
          <a:xfrm>
            <a:off x="5126724" y="1334031"/>
            <a:ext cx="2170000" cy="2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7" name="Google Shape;277;p45"/>
          <p:cNvSpPr txBox="1">
            <a:spLocks noGrp="1"/>
          </p:cNvSpPr>
          <p:nvPr>
            <p:ph type="subTitle" idx="2"/>
          </p:nvPr>
        </p:nvSpPr>
        <p:spPr>
          <a:xfrm>
            <a:off x="5126724" y="1684519"/>
            <a:ext cx="2194000" cy="11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8" name="Google Shape;278;p45"/>
          <p:cNvSpPr txBox="1">
            <a:spLocks noGrp="1"/>
          </p:cNvSpPr>
          <p:nvPr>
            <p:ph type="subTitle" idx="3"/>
          </p:nvPr>
        </p:nvSpPr>
        <p:spPr>
          <a:xfrm>
            <a:off x="5126724" y="4117719"/>
            <a:ext cx="2170000" cy="2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9" name="Google Shape;279;p45"/>
          <p:cNvSpPr txBox="1">
            <a:spLocks noGrp="1"/>
          </p:cNvSpPr>
          <p:nvPr>
            <p:ph type="subTitle" idx="4"/>
          </p:nvPr>
        </p:nvSpPr>
        <p:spPr>
          <a:xfrm>
            <a:off x="8549091" y="1684504"/>
            <a:ext cx="2194000" cy="11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0" name="Google Shape;280;p45"/>
          <p:cNvSpPr txBox="1">
            <a:spLocks noGrp="1"/>
          </p:cNvSpPr>
          <p:nvPr>
            <p:ph type="subTitle" idx="5"/>
          </p:nvPr>
        </p:nvSpPr>
        <p:spPr>
          <a:xfrm>
            <a:off x="8548091" y="1332231"/>
            <a:ext cx="2172000" cy="29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1" name="Google Shape;281;p45"/>
          <p:cNvSpPr txBox="1">
            <a:spLocks noGrp="1"/>
          </p:cNvSpPr>
          <p:nvPr>
            <p:ph type="subTitle" idx="6"/>
          </p:nvPr>
        </p:nvSpPr>
        <p:spPr>
          <a:xfrm>
            <a:off x="5126724" y="4467224"/>
            <a:ext cx="2199200" cy="117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2" name="Google Shape;282;p45"/>
          <p:cNvSpPr txBox="1">
            <a:spLocks noGrp="1"/>
          </p:cNvSpPr>
          <p:nvPr>
            <p:ph type="subTitle" idx="7"/>
          </p:nvPr>
        </p:nvSpPr>
        <p:spPr>
          <a:xfrm>
            <a:off x="8549091" y="4117719"/>
            <a:ext cx="2170000" cy="2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3" name="Google Shape;283;p45"/>
          <p:cNvSpPr txBox="1">
            <a:spLocks noGrp="1"/>
          </p:cNvSpPr>
          <p:nvPr>
            <p:ph type="subTitle" idx="8"/>
          </p:nvPr>
        </p:nvSpPr>
        <p:spPr>
          <a:xfrm>
            <a:off x="8549091" y="4469013"/>
            <a:ext cx="2194000" cy="11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4" name="Google Shape;284;p45"/>
          <p:cNvSpPr txBox="1">
            <a:spLocks noGrp="1"/>
          </p:cNvSpPr>
          <p:nvPr>
            <p:ph type="title"/>
          </p:nvPr>
        </p:nvSpPr>
        <p:spPr>
          <a:xfrm>
            <a:off x="928600" y="2074400"/>
            <a:ext cx="2476800" cy="27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5" name="Google Shape;285;p45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79101551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bg>
      <p:bgPr>
        <a:solidFill>
          <a:schemeClr val="dk1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6"/>
          <p:cNvSpPr/>
          <p:nvPr/>
        </p:nvSpPr>
        <p:spPr>
          <a:xfrm>
            <a:off x="5488333" y="2755067"/>
            <a:ext cx="6945200" cy="135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288" name="Google Shape;288;p46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9" name="Google Shape;289;p46"/>
          <p:cNvSpPr txBox="1">
            <a:spLocks noGrp="1"/>
          </p:cNvSpPr>
          <p:nvPr>
            <p:ph type="subTitle" idx="1"/>
          </p:nvPr>
        </p:nvSpPr>
        <p:spPr>
          <a:xfrm>
            <a:off x="2156024" y="927631"/>
            <a:ext cx="2170000" cy="2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0" name="Google Shape;290;p46"/>
          <p:cNvSpPr txBox="1">
            <a:spLocks noGrp="1"/>
          </p:cNvSpPr>
          <p:nvPr>
            <p:ph type="subTitle" idx="2"/>
          </p:nvPr>
        </p:nvSpPr>
        <p:spPr>
          <a:xfrm>
            <a:off x="2156024" y="1278119"/>
            <a:ext cx="2194000" cy="11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1" name="Google Shape;291;p46"/>
          <p:cNvSpPr txBox="1">
            <a:spLocks noGrp="1"/>
          </p:cNvSpPr>
          <p:nvPr>
            <p:ph type="subTitle" idx="3"/>
          </p:nvPr>
        </p:nvSpPr>
        <p:spPr>
          <a:xfrm>
            <a:off x="2156024" y="4524119"/>
            <a:ext cx="2170000" cy="2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2" name="Google Shape;292;p46"/>
          <p:cNvSpPr txBox="1">
            <a:spLocks noGrp="1"/>
          </p:cNvSpPr>
          <p:nvPr>
            <p:ph type="subTitle" idx="4"/>
          </p:nvPr>
        </p:nvSpPr>
        <p:spPr>
          <a:xfrm>
            <a:off x="2156024" y="4873624"/>
            <a:ext cx="2199200" cy="117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3" name="Google Shape;293;p46"/>
          <p:cNvSpPr txBox="1">
            <a:spLocks noGrp="1"/>
          </p:cNvSpPr>
          <p:nvPr>
            <p:ph type="subTitle" idx="5"/>
          </p:nvPr>
        </p:nvSpPr>
        <p:spPr>
          <a:xfrm>
            <a:off x="2156024" y="2729691"/>
            <a:ext cx="2170000" cy="2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4" name="Google Shape;294;p46"/>
          <p:cNvSpPr txBox="1">
            <a:spLocks noGrp="1"/>
          </p:cNvSpPr>
          <p:nvPr>
            <p:ph type="subTitle" idx="6"/>
          </p:nvPr>
        </p:nvSpPr>
        <p:spPr>
          <a:xfrm>
            <a:off x="2156024" y="3080987"/>
            <a:ext cx="2194000" cy="11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5" name="Google Shape;295;p46"/>
          <p:cNvSpPr txBox="1">
            <a:spLocks noGrp="1"/>
          </p:cNvSpPr>
          <p:nvPr>
            <p:ph type="title"/>
          </p:nvPr>
        </p:nvSpPr>
        <p:spPr>
          <a:xfrm>
            <a:off x="6095300" y="2984033"/>
            <a:ext cx="5158000" cy="87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6823535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3">
  <p:cSld name="Title and four columns 3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7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8" name="Google Shape;298;p47"/>
          <p:cNvSpPr txBox="1">
            <a:spLocks noGrp="1"/>
          </p:cNvSpPr>
          <p:nvPr>
            <p:ph type="subTitle" idx="1"/>
          </p:nvPr>
        </p:nvSpPr>
        <p:spPr>
          <a:xfrm>
            <a:off x="6400800" y="987499"/>
            <a:ext cx="2170000" cy="2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9" name="Google Shape;299;p47"/>
          <p:cNvSpPr txBox="1">
            <a:spLocks noGrp="1"/>
          </p:cNvSpPr>
          <p:nvPr>
            <p:ph type="subTitle" idx="2"/>
          </p:nvPr>
        </p:nvSpPr>
        <p:spPr>
          <a:xfrm>
            <a:off x="6400800" y="1464529"/>
            <a:ext cx="4540000" cy="61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0" name="Google Shape;300;p47"/>
          <p:cNvSpPr txBox="1">
            <a:spLocks noGrp="1"/>
          </p:cNvSpPr>
          <p:nvPr>
            <p:ph type="subTitle" idx="3"/>
          </p:nvPr>
        </p:nvSpPr>
        <p:spPr>
          <a:xfrm>
            <a:off x="6400800" y="4815647"/>
            <a:ext cx="2170000" cy="2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1" name="Google Shape;301;p47"/>
          <p:cNvSpPr txBox="1">
            <a:spLocks noGrp="1"/>
          </p:cNvSpPr>
          <p:nvPr>
            <p:ph type="subTitle" idx="4"/>
          </p:nvPr>
        </p:nvSpPr>
        <p:spPr>
          <a:xfrm>
            <a:off x="6400800" y="2747887"/>
            <a:ext cx="45356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2" name="Google Shape;302;p47"/>
          <p:cNvSpPr txBox="1">
            <a:spLocks noGrp="1"/>
          </p:cNvSpPr>
          <p:nvPr>
            <p:ph type="subTitle" idx="5"/>
          </p:nvPr>
        </p:nvSpPr>
        <p:spPr>
          <a:xfrm>
            <a:off x="6400800" y="2265268"/>
            <a:ext cx="2172000" cy="29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3" name="Google Shape;303;p47"/>
          <p:cNvSpPr txBox="1">
            <a:spLocks noGrp="1"/>
          </p:cNvSpPr>
          <p:nvPr>
            <p:ph type="subTitle" idx="6"/>
          </p:nvPr>
        </p:nvSpPr>
        <p:spPr>
          <a:xfrm>
            <a:off x="6400800" y="5294495"/>
            <a:ext cx="45356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4" name="Google Shape;304;p47"/>
          <p:cNvSpPr txBox="1">
            <a:spLocks noGrp="1"/>
          </p:cNvSpPr>
          <p:nvPr>
            <p:ph type="title"/>
          </p:nvPr>
        </p:nvSpPr>
        <p:spPr>
          <a:xfrm>
            <a:off x="804200" y="2523733"/>
            <a:ext cx="2725600" cy="15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5" name="Google Shape;305;p47"/>
          <p:cNvSpPr txBox="1">
            <a:spLocks noGrp="1"/>
          </p:cNvSpPr>
          <p:nvPr>
            <p:ph type="subTitle" idx="7"/>
          </p:nvPr>
        </p:nvSpPr>
        <p:spPr>
          <a:xfrm>
            <a:off x="6400800" y="4027276"/>
            <a:ext cx="45356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6" name="Google Shape;306;p47"/>
          <p:cNvSpPr txBox="1">
            <a:spLocks noGrp="1"/>
          </p:cNvSpPr>
          <p:nvPr>
            <p:ph type="subTitle" idx="8"/>
          </p:nvPr>
        </p:nvSpPr>
        <p:spPr>
          <a:xfrm>
            <a:off x="6400800" y="3544871"/>
            <a:ext cx="2172000" cy="29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6209914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4">
  <p:cSld name="Title and four columns 4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8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9" name="Google Shape;309;p48"/>
          <p:cNvSpPr txBox="1">
            <a:spLocks noGrp="1"/>
          </p:cNvSpPr>
          <p:nvPr>
            <p:ph type="subTitle" idx="1"/>
          </p:nvPr>
        </p:nvSpPr>
        <p:spPr>
          <a:xfrm>
            <a:off x="1920229" y="2539967"/>
            <a:ext cx="1952000" cy="2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0" name="Google Shape;310;p48"/>
          <p:cNvSpPr txBox="1">
            <a:spLocks noGrp="1"/>
          </p:cNvSpPr>
          <p:nvPr>
            <p:ph type="subTitle" idx="2"/>
          </p:nvPr>
        </p:nvSpPr>
        <p:spPr>
          <a:xfrm>
            <a:off x="950967" y="3017000"/>
            <a:ext cx="2921600" cy="61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1" name="Google Shape;311;p48"/>
          <p:cNvSpPr txBox="1">
            <a:spLocks noGrp="1"/>
          </p:cNvSpPr>
          <p:nvPr>
            <p:ph type="subTitle" idx="3"/>
          </p:nvPr>
        </p:nvSpPr>
        <p:spPr>
          <a:xfrm>
            <a:off x="8294356" y="4518447"/>
            <a:ext cx="2170000" cy="2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2" name="Google Shape;312;p48"/>
          <p:cNvSpPr txBox="1">
            <a:spLocks noGrp="1"/>
          </p:cNvSpPr>
          <p:nvPr>
            <p:ph type="subTitle" idx="4"/>
          </p:nvPr>
        </p:nvSpPr>
        <p:spPr>
          <a:xfrm>
            <a:off x="8294356" y="3022587"/>
            <a:ext cx="29260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3" name="Google Shape;313;p48"/>
          <p:cNvSpPr txBox="1">
            <a:spLocks noGrp="1"/>
          </p:cNvSpPr>
          <p:nvPr>
            <p:ph type="subTitle" idx="5"/>
          </p:nvPr>
        </p:nvSpPr>
        <p:spPr>
          <a:xfrm>
            <a:off x="8294356" y="2539968"/>
            <a:ext cx="2172000" cy="29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4" name="Google Shape;314;p48"/>
          <p:cNvSpPr txBox="1">
            <a:spLocks noGrp="1"/>
          </p:cNvSpPr>
          <p:nvPr>
            <p:ph type="subTitle" idx="6"/>
          </p:nvPr>
        </p:nvSpPr>
        <p:spPr>
          <a:xfrm>
            <a:off x="8294356" y="4997295"/>
            <a:ext cx="29260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5" name="Google Shape;315;p48"/>
          <p:cNvSpPr txBox="1">
            <a:spLocks noGrp="1"/>
          </p:cNvSpPr>
          <p:nvPr>
            <p:ph type="title"/>
          </p:nvPr>
        </p:nvSpPr>
        <p:spPr>
          <a:xfrm>
            <a:off x="2571767" y="503035"/>
            <a:ext cx="7048400" cy="93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6" name="Google Shape;316;p48"/>
          <p:cNvSpPr txBox="1">
            <a:spLocks noGrp="1"/>
          </p:cNvSpPr>
          <p:nvPr>
            <p:ph type="subTitle" idx="7"/>
          </p:nvPr>
        </p:nvSpPr>
        <p:spPr>
          <a:xfrm>
            <a:off x="953797" y="5001967"/>
            <a:ext cx="29180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7" name="Google Shape;317;p48"/>
          <p:cNvSpPr txBox="1">
            <a:spLocks noGrp="1"/>
          </p:cNvSpPr>
          <p:nvPr>
            <p:ph type="subTitle" idx="8"/>
          </p:nvPr>
        </p:nvSpPr>
        <p:spPr>
          <a:xfrm>
            <a:off x="1918431" y="4519567"/>
            <a:ext cx="1954000" cy="29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6638981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 2">
  <p:cSld name="Title and three columns  2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9"/>
          <p:cNvSpPr/>
          <p:nvPr/>
        </p:nvSpPr>
        <p:spPr>
          <a:xfrm>
            <a:off x="0" y="3429000"/>
            <a:ext cx="12192000" cy="342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20" name="Google Shape;320;p49"/>
          <p:cNvSpPr txBox="1">
            <a:spLocks noGrp="1"/>
          </p:cNvSpPr>
          <p:nvPr>
            <p:ph type="subTitle" idx="1"/>
          </p:nvPr>
        </p:nvSpPr>
        <p:spPr>
          <a:xfrm>
            <a:off x="5171305" y="4539245"/>
            <a:ext cx="18408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1" name="Google Shape;321;p49"/>
          <p:cNvSpPr txBox="1">
            <a:spLocks noGrp="1"/>
          </p:cNvSpPr>
          <p:nvPr>
            <p:ph type="subTitle" idx="2"/>
          </p:nvPr>
        </p:nvSpPr>
        <p:spPr>
          <a:xfrm>
            <a:off x="4957500" y="4942767"/>
            <a:ext cx="22684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2" name="Google Shape;322;p49"/>
          <p:cNvSpPr txBox="1">
            <a:spLocks noGrp="1"/>
          </p:cNvSpPr>
          <p:nvPr>
            <p:ph type="subTitle" idx="3"/>
          </p:nvPr>
        </p:nvSpPr>
        <p:spPr>
          <a:xfrm>
            <a:off x="1547172" y="4539245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3" name="Google Shape;323;p49"/>
          <p:cNvSpPr txBox="1">
            <a:spLocks noGrp="1"/>
          </p:cNvSpPr>
          <p:nvPr>
            <p:ph type="subTitle" idx="4"/>
          </p:nvPr>
        </p:nvSpPr>
        <p:spPr>
          <a:xfrm>
            <a:off x="8591433" y="4942767"/>
            <a:ext cx="22684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4" name="Google Shape;324;p49"/>
          <p:cNvSpPr txBox="1">
            <a:spLocks noGrp="1"/>
          </p:cNvSpPr>
          <p:nvPr>
            <p:ph type="subTitle" idx="5"/>
          </p:nvPr>
        </p:nvSpPr>
        <p:spPr>
          <a:xfrm>
            <a:off x="8809539" y="4538645"/>
            <a:ext cx="1840800" cy="4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5" name="Google Shape;325;p49"/>
          <p:cNvSpPr txBox="1">
            <a:spLocks noGrp="1"/>
          </p:cNvSpPr>
          <p:nvPr>
            <p:ph type="subTitle" idx="6"/>
          </p:nvPr>
        </p:nvSpPr>
        <p:spPr>
          <a:xfrm>
            <a:off x="1332267" y="4942767"/>
            <a:ext cx="22684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6" name="Google Shape;326;p49"/>
          <p:cNvSpPr txBox="1">
            <a:spLocks noGrp="1"/>
          </p:cNvSpPr>
          <p:nvPr>
            <p:ph type="title"/>
          </p:nvPr>
        </p:nvSpPr>
        <p:spPr>
          <a:xfrm>
            <a:off x="1457100" y="422313"/>
            <a:ext cx="9269200" cy="8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7" name="Google Shape;327;p49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28" name="Google Shape;328;p49"/>
          <p:cNvGrpSpPr/>
          <p:nvPr/>
        </p:nvGrpSpPr>
        <p:grpSpPr>
          <a:xfrm>
            <a:off x="135400" y="3429218"/>
            <a:ext cx="11922568" cy="3287823"/>
            <a:chOff x="101550" y="4001975"/>
            <a:chExt cx="8941926" cy="1035600"/>
          </a:xfrm>
        </p:grpSpPr>
        <p:cxnSp>
          <p:nvCxnSpPr>
            <p:cNvPr id="329" name="Google Shape;329;p49"/>
            <p:cNvCxnSpPr/>
            <p:nvPr/>
          </p:nvCxnSpPr>
          <p:spPr>
            <a:xfrm>
              <a:off x="102576" y="5037402"/>
              <a:ext cx="89409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0" name="Google Shape;330;p49"/>
            <p:cNvCxnSpPr/>
            <p:nvPr/>
          </p:nvCxnSpPr>
          <p:spPr>
            <a:xfrm>
              <a:off x="9042449" y="4001975"/>
              <a:ext cx="0" cy="10356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1" name="Google Shape;331;p49"/>
            <p:cNvCxnSpPr/>
            <p:nvPr/>
          </p:nvCxnSpPr>
          <p:spPr>
            <a:xfrm>
              <a:off x="101550" y="4001975"/>
              <a:ext cx="0" cy="10356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581984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 3">
  <p:cSld name="Title and three columns  3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0"/>
          <p:cNvSpPr txBox="1">
            <a:spLocks noGrp="1"/>
          </p:cNvSpPr>
          <p:nvPr>
            <p:ph type="subTitle" idx="1"/>
          </p:nvPr>
        </p:nvSpPr>
        <p:spPr>
          <a:xfrm>
            <a:off x="5829199" y="2975663"/>
            <a:ext cx="18408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4" name="Google Shape;334;p50"/>
          <p:cNvSpPr txBox="1">
            <a:spLocks noGrp="1"/>
          </p:cNvSpPr>
          <p:nvPr>
            <p:ph type="subTitle" idx="2"/>
          </p:nvPr>
        </p:nvSpPr>
        <p:spPr>
          <a:xfrm>
            <a:off x="5653416" y="3379200"/>
            <a:ext cx="19920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5" name="Google Shape;335;p50"/>
          <p:cNvSpPr txBox="1">
            <a:spLocks noGrp="1"/>
          </p:cNvSpPr>
          <p:nvPr>
            <p:ph type="subTitle" idx="3"/>
          </p:nvPr>
        </p:nvSpPr>
        <p:spPr>
          <a:xfrm>
            <a:off x="9170981" y="1311079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6" name="Google Shape;336;p50"/>
          <p:cNvSpPr txBox="1">
            <a:spLocks noGrp="1"/>
          </p:cNvSpPr>
          <p:nvPr>
            <p:ph type="subTitle" idx="4"/>
          </p:nvPr>
        </p:nvSpPr>
        <p:spPr>
          <a:xfrm>
            <a:off x="9170984" y="5044400"/>
            <a:ext cx="19920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7" name="Google Shape;337;p50"/>
          <p:cNvSpPr txBox="1">
            <a:spLocks noGrp="1"/>
          </p:cNvSpPr>
          <p:nvPr>
            <p:ph type="subTitle" idx="5"/>
          </p:nvPr>
        </p:nvSpPr>
        <p:spPr>
          <a:xfrm>
            <a:off x="9170981" y="4640279"/>
            <a:ext cx="1840800" cy="4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8" name="Google Shape;338;p50"/>
          <p:cNvSpPr txBox="1">
            <a:spLocks noGrp="1"/>
          </p:cNvSpPr>
          <p:nvPr>
            <p:ph type="subTitle" idx="6"/>
          </p:nvPr>
        </p:nvSpPr>
        <p:spPr>
          <a:xfrm>
            <a:off x="9170983" y="1714600"/>
            <a:ext cx="19920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9" name="Google Shape;339;p50"/>
          <p:cNvSpPr txBox="1">
            <a:spLocks noGrp="1"/>
          </p:cNvSpPr>
          <p:nvPr>
            <p:ph type="title"/>
          </p:nvPr>
        </p:nvSpPr>
        <p:spPr>
          <a:xfrm>
            <a:off x="950967" y="422300"/>
            <a:ext cx="3276400" cy="21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0" name="Google Shape;340;p50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9058431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 5">
  <p:cSld name="Title and four column 5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1"/>
          <p:cNvSpPr txBox="1">
            <a:spLocks noGrp="1"/>
          </p:cNvSpPr>
          <p:nvPr>
            <p:ph type="subTitle" idx="1"/>
          </p:nvPr>
        </p:nvSpPr>
        <p:spPr>
          <a:xfrm>
            <a:off x="1463233" y="1892867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3" name="Google Shape;343;p51"/>
          <p:cNvSpPr txBox="1">
            <a:spLocks noGrp="1"/>
          </p:cNvSpPr>
          <p:nvPr>
            <p:ph type="subTitle" idx="2"/>
          </p:nvPr>
        </p:nvSpPr>
        <p:spPr>
          <a:xfrm>
            <a:off x="654833" y="2360807"/>
            <a:ext cx="26468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4" name="Google Shape;344;p51"/>
          <p:cNvSpPr txBox="1">
            <a:spLocks noGrp="1"/>
          </p:cNvSpPr>
          <p:nvPr>
            <p:ph type="subTitle" idx="3"/>
          </p:nvPr>
        </p:nvSpPr>
        <p:spPr>
          <a:xfrm>
            <a:off x="1463233" y="3559833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5" name="Google Shape;345;p51"/>
          <p:cNvSpPr txBox="1">
            <a:spLocks noGrp="1"/>
          </p:cNvSpPr>
          <p:nvPr>
            <p:ph type="subTitle" idx="4"/>
          </p:nvPr>
        </p:nvSpPr>
        <p:spPr>
          <a:xfrm>
            <a:off x="656033" y="4029961"/>
            <a:ext cx="26456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6" name="Google Shape;346;p51"/>
          <p:cNvSpPr txBox="1">
            <a:spLocks noGrp="1"/>
          </p:cNvSpPr>
          <p:nvPr>
            <p:ph type="subTitle" idx="5"/>
          </p:nvPr>
        </p:nvSpPr>
        <p:spPr>
          <a:xfrm>
            <a:off x="8917403" y="1892867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7" name="Google Shape;347;p51"/>
          <p:cNvSpPr txBox="1">
            <a:spLocks noGrp="1"/>
          </p:cNvSpPr>
          <p:nvPr>
            <p:ph type="subTitle" idx="6"/>
          </p:nvPr>
        </p:nvSpPr>
        <p:spPr>
          <a:xfrm>
            <a:off x="8917403" y="2357275"/>
            <a:ext cx="26468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8" name="Google Shape;348;p51"/>
          <p:cNvSpPr txBox="1">
            <a:spLocks noGrp="1"/>
          </p:cNvSpPr>
          <p:nvPr>
            <p:ph type="subTitle" idx="7"/>
          </p:nvPr>
        </p:nvSpPr>
        <p:spPr>
          <a:xfrm>
            <a:off x="8890777" y="3556417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9" name="Google Shape;349;p51"/>
          <p:cNvSpPr txBox="1">
            <a:spLocks noGrp="1"/>
          </p:cNvSpPr>
          <p:nvPr>
            <p:ph type="subTitle" idx="8"/>
          </p:nvPr>
        </p:nvSpPr>
        <p:spPr>
          <a:xfrm>
            <a:off x="8890777" y="4031069"/>
            <a:ext cx="26456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0" name="Google Shape;350;p51"/>
          <p:cNvSpPr txBox="1">
            <a:spLocks noGrp="1"/>
          </p:cNvSpPr>
          <p:nvPr>
            <p:ph type="title"/>
          </p:nvPr>
        </p:nvSpPr>
        <p:spPr>
          <a:xfrm>
            <a:off x="3574227" y="590255"/>
            <a:ext cx="5112400" cy="7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1" name="Google Shape;351;p51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16235244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 6">
  <p:cSld name="Title and four column 6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2"/>
          <p:cNvSpPr/>
          <p:nvPr/>
        </p:nvSpPr>
        <p:spPr>
          <a:xfrm rot="-5400000">
            <a:off x="6930367" y="699933"/>
            <a:ext cx="4632400" cy="612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54" name="Google Shape;354;p52"/>
          <p:cNvSpPr txBox="1">
            <a:spLocks noGrp="1"/>
          </p:cNvSpPr>
          <p:nvPr>
            <p:ph type="subTitle" idx="1"/>
          </p:nvPr>
        </p:nvSpPr>
        <p:spPr>
          <a:xfrm>
            <a:off x="7166067" y="4065701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5" name="Google Shape;355;p52"/>
          <p:cNvSpPr txBox="1">
            <a:spLocks noGrp="1"/>
          </p:cNvSpPr>
          <p:nvPr>
            <p:ph type="subTitle" idx="2"/>
          </p:nvPr>
        </p:nvSpPr>
        <p:spPr>
          <a:xfrm>
            <a:off x="6795000" y="4559565"/>
            <a:ext cx="2048400" cy="8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6" name="Google Shape;356;p52"/>
          <p:cNvSpPr txBox="1">
            <a:spLocks noGrp="1"/>
          </p:cNvSpPr>
          <p:nvPr>
            <p:ph type="subTitle" idx="3"/>
          </p:nvPr>
        </p:nvSpPr>
        <p:spPr>
          <a:xfrm>
            <a:off x="9427184" y="4065701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7" name="Google Shape;357;p52"/>
          <p:cNvSpPr txBox="1">
            <a:spLocks noGrp="1"/>
          </p:cNvSpPr>
          <p:nvPr>
            <p:ph type="subTitle" idx="4"/>
          </p:nvPr>
        </p:nvSpPr>
        <p:spPr>
          <a:xfrm>
            <a:off x="9042203" y="4535833"/>
            <a:ext cx="2048400" cy="8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8" name="Google Shape;358;p52"/>
          <p:cNvSpPr txBox="1">
            <a:spLocks noGrp="1"/>
          </p:cNvSpPr>
          <p:nvPr>
            <p:ph type="subTitle" idx="5"/>
          </p:nvPr>
        </p:nvSpPr>
        <p:spPr>
          <a:xfrm>
            <a:off x="9446744" y="2259247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9" name="Google Shape;359;p52"/>
          <p:cNvSpPr txBox="1">
            <a:spLocks noGrp="1"/>
          </p:cNvSpPr>
          <p:nvPr>
            <p:ph type="subTitle" idx="6"/>
          </p:nvPr>
        </p:nvSpPr>
        <p:spPr>
          <a:xfrm>
            <a:off x="6795003" y="2753112"/>
            <a:ext cx="2048400" cy="8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0" name="Google Shape;360;p52"/>
          <p:cNvSpPr txBox="1">
            <a:spLocks noGrp="1"/>
          </p:cNvSpPr>
          <p:nvPr>
            <p:ph type="subTitle" idx="7"/>
          </p:nvPr>
        </p:nvSpPr>
        <p:spPr>
          <a:xfrm>
            <a:off x="7183211" y="2259232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1" name="Google Shape;361;p52"/>
          <p:cNvSpPr txBox="1">
            <a:spLocks noGrp="1"/>
          </p:cNvSpPr>
          <p:nvPr>
            <p:ph type="subTitle" idx="8"/>
          </p:nvPr>
        </p:nvSpPr>
        <p:spPr>
          <a:xfrm>
            <a:off x="9059628" y="2753107"/>
            <a:ext cx="2042800" cy="8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2" name="Google Shape;362;p52"/>
          <p:cNvSpPr txBox="1">
            <a:spLocks noGrp="1"/>
          </p:cNvSpPr>
          <p:nvPr>
            <p:ph type="title"/>
          </p:nvPr>
        </p:nvSpPr>
        <p:spPr>
          <a:xfrm>
            <a:off x="967367" y="590267"/>
            <a:ext cx="3776800" cy="7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3" name="Google Shape;363;p52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364" name="Google Shape;364;p52"/>
          <p:cNvCxnSpPr/>
          <p:nvPr/>
        </p:nvCxnSpPr>
        <p:spPr>
          <a:xfrm>
            <a:off x="12060400" y="1452733"/>
            <a:ext cx="0" cy="4626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58842911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 7">
  <p:cSld name="Title and four column 7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3"/>
          <p:cNvSpPr txBox="1">
            <a:spLocks noGrp="1"/>
          </p:cNvSpPr>
          <p:nvPr>
            <p:ph type="subTitle" idx="1"/>
          </p:nvPr>
        </p:nvSpPr>
        <p:spPr>
          <a:xfrm>
            <a:off x="5189356" y="2161484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7" name="Google Shape;367;p53"/>
          <p:cNvSpPr txBox="1">
            <a:spLocks noGrp="1"/>
          </p:cNvSpPr>
          <p:nvPr>
            <p:ph type="subTitle" idx="2"/>
          </p:nvPr>
        </p:nvSpPr>
        <p:spPr>
          <a:xfrm>
            <a:off x="892385" y="1990385"/>
            <a:ext cx="23508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8" name="Google Shape;368;p53"/>
          <p:cNvSpPr txBox="1">
            <a:spLocks noGrp="1"/>
          </p:cNvSpPr>
          <p:nvPr>
            <p:ph type="subTitle" idx="3"/>
          </p:nvPr>
        </p:nvSpPr>
        <p:spPr>
          <a:xfrm>
            <a:off x="5176800" y="3653100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9" name="Google Shape;369;p53"/>
          <p:cNvSpPr txBox="1">
            <a:spLocks noGrp="1"/>
          </p:cNvSpPr>
          <p:nvPr>
            <p:ph type="subTitle" idx="4"/>
          </p:nvPr>
        </p:nvSpPr>
        <p:spPr>
          <a:xfrm>
            <a:off x="889985" y="3471496"/>
            <a:ext cx="23532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0" name="Google Shape;370;p53"/>
          <p:cNvSpPr txBox="1">
            <a:spLocks noGrp="1"/>
          </p:cNvSpPr>
          <p:nvPr>
            <p:ph type="subTitle" idx="5"/>
          </p:nvPr>
        </p:nvSpPr>
        <p:spPr>
          <a:xfrm>
            <a:off x="5189356" y="2905351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1" name="Google Shape;371;p53"/>
          <p:cNvSpPr txBox="1">
            <a:spLocks noGrp="1"/>
          </p:cNvSpPr>
          <p:nvPr>
            <p:ph type="subTitle" idx="6"/>
          </p:nvPr>
        </p:nvSpPr>
        <p:spPr>
          <a:xfrm>
            <a:off x="8948815" y="2699720"/>
            <a:ext cx="23532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2" name="Google Shape;372;p53"/>
          <p:cNvSpPr txBox="1">
            <a:spLocks noGrp="1"/>
          </p:cNvSpPr>
          <p:nvPr>
            <p:ph type="subTitle" idx="7"/>
          </p:nvPr>
        </p:nvSpPr>
        <p:spPr>
          <a:xfrm>
            <a:off x="5176800" y="4391485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3" name="Google Shape;373;p53"/>
          <p:cNvSpPr txBox="1">
            <a:spLocks noGrp="1"/>
          </p:cNvSpPr>
          <p:nvPr>
            <p:ph type="subTitle" idx="8"/>
          </p:nvPr>
        </p:nvSpPr>
        <p:spPr>
          <a:xfrm>
            <a:off x="8948815" y="4233403"/>
            <a:ext cx="23532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4" name="Google Shape;374;p53"/>
          <p:cNvSpPr txBox="1">
            <a:spLocks noGrp="1"/>
          </p:cNvSpPr>
          <p:nvPr>
            <p:ph type="title"/>
          </p:nvPr>
        </p:nvSpPr>
        <p:spPr>
          <a:xfrm>
            <a:off x="3539800" y="428209"/>
            <a:ext cx="5112400" cy="7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5" name="Google Shape;375;p53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26113324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 8">
  <p:cSld name="Title and four column 8"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4"/>
          <p:cNvSpPr txBox="1">
            <a:spLocks noGrp="1"/>
          </p:cNvSpPr>
          <p:nvPr>
            <p:ph type="subTitle" idx="1"/>
          </p:nvPr>
        </p:nvSpPr>
        <p:spPr>
          <a:xfrm>
            <a:off x="3872447" y="2414015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8" name="Google Shape;378;p54"/>
          <p:cNvSpPr txBox="1">
            <a:spLocks noGrp="1"/>
          </p:cNvSpPr>
          <p:nvPr>
            <p:ph type="subTitle" idx="2"/>
          </p:nvPr>
        </p:nvSpPr>
        <p:spPr>
          <a:xfrm>
            <a:off x="7884800" y="2245539"/>
            <a:ext cx="33648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9" name="Google Shape;379;p54"/>
          <p:cNvSpPr txBox="1">
            <a:spLocks noGrp="1"/>
          </p:cNvSpPr>
          <p:nvPr>
            <p:ph type="subTitle" idx="3"/>
          </p:nvPr>
        </p:nvSpPr>
        <p:spPr>
          <a:xfrm>
            <a:off x="3872447" y="3980053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0" name="Google Shape;380;p54"/>
          <p:cNvSpPr txBox="1">
            <a:spLocks noGrp="1"/>
          </p:cNvSpPr>
          <p:nvPr>
            <p:ph type="subTitle" idx="4"/>
          </p:nvPr>
        </p:nvSpPr>
        <p:spPr>
          <a:xfrm>
            <a:off x="7884800" y="4603868"/>
            <a:ext cx="33648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1" name="Google Shape;381;p54"/>
          <p:cNvSpPr txBox="1">
            <a:spLocks noGrp="1"/>
          </p:cNvSpPr>
          <p:nvPr>
            <p:ph type="subTitle" idx="5"/>
          </p:nvPr>
        </p:nvSpPr>
        <p:spPr>
          <a:xfrm>
            <a:off x="3872447" y="3197033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2" name="Google Shape;382;p54"/>
          <p:cNvSpPr txBox="1">
            <a:spLocks noGrp="1"/>
          </p:cNvSpPr>
          <p:nvPr>
            <p:ph type="subTitle" idx="6"/>
          </p:nvPr>
        </p:nvSpPr>
        <p:spPr>
          <a:xfrm>
            <a:off x="7884800" y="3031649"/>
            <a:ext cx="33684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3" name="Google Shape;383;p54"/>
          <p:cNvSpPr txBox="1">
            <a:spLocks noGrp="1"/>
          </p:cNvSpPr>
          <p:nvPr>
            <p:ph type="subTitle" idx="7"/>
          </p:nvPr>
        </p:nvSpPr>
        <p:spPr>
          <a:xfrm>
            <a:off x="3872447" y="4763072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4" name="Google Shape;384;p54"/>
          <p:cNvSpPr txBox="1">
            <a:spLocks noGrp="1"/>
          </p:cNvSpPr>
          <p:nvPr>
            <p:ph type="subTitle" idx="8"/>
          </p:nvPr>
        </p:nvSpPr>
        <p:spPr>
          <a:xfrm>
            <a:off x="7884800" y="3817759"/>
            <a:ext cx="33684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5" name="Google Shape;385;p54"/>
          <p:cNvSpPr txBox="1">
            <a:spLocks noGrp="1"/>
          </p:cNvSpPr>
          <p:nvPr>
            <p:ph type="title"/>
          </p:nvPr>
        </p:nvSpPr>
        <p:spPr>
          <a:xfrm>
            <a:off x="6140800" y="428209"/>
            <a:ext cx="5112400" cy="7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6" name="Google Shape;386;p54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94557982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 9">
  <p:cSld name="Title and four column 9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5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9" name="Google Shape;389;p55"/>
          <p:cNvSpPr/>
          <p:nvPr/>
        </p:nvSpPr>
        <p:spPr>
          <a:xfrm>
            <a:off x="0" y="3420236"/>
            <a:ext cx="12192000" cy="342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grpSp>
        <p:nvGrpSpPr>
          <p:cNvPr id="390" name="Google Shape;390;p55"/>
          <p:cNvGrpSpPr/>
          <p:nvPr/>
        </p:nvGrpSpPr>
        <p:grpSpPr>
          <a:xfrm>
            <a:off x="135400" y="3420233"/>
            <a:ext cx="11922568" cy="3296400"/>
            <a:chOff x="101550" y="2565175"/>
            <a:chExt cx="8941926" cy="2472300"/>
          </a:xfrm>
        </p:grpSpPr>
        <p:cxnSp>
          <p:nvCxnSpPr>
            <p:cNvPr id="391" name="Google Shape;391;p55"/>
            <p:cNvCxnSpPr/>
            <p:nvPr/>
          </p:nvCxnSpPr>
          <p:spPr>
            <a:xfrm>
              <a:off x="102576" y="5037300"/>
              <a:ext cx="89409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2" name="Google Shape;392;p55"/>
            <p:cNvCxnSpPr/>
            <p:nvPr/>
          </p:nvCxnSpPr>
          <p:spPr>
            <a:xfrm>
              <a:off x="9042450" y="2565175"/>
              <a:ext cx="0" cy="24723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3" name="Google Shape;393;p55"/>
            <p:cNvCxnSpPr/>
            <p:nvPr/>
          </p:nvCxnSpPr>
          <p:spPr>
            <a:xfrm>
              <a:off x="101550" y="2565175"/>
              <a:ext cx="0" cy="24723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94" name="Google Shape;394;p55"/>
          <p:cNvSpPr txBox="1">
            <a:spLocks noGrp="1"/>
          </p:cNvSpPr>
          <p:nvPr>
            <p:ph type="subTitle" idx="1"/>
          </p:nvPr>
        </p:nvSpPr>
        <p:spPr>
          <a:xfrm>
            <a:off x="874900" y="4235909"/>
            <a:ext cx="2350800" cy="12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5" name="Google Shape;395;p55"/>
          <p:cNvSpPr txBox="1">
            <a:spLocks noGrp="1"/>
          </p:cNvSpPr>
          <p:nvPr>
            <p:ph type="subTitle" idx="2"/>
          </p:nvPr>
        </p:nvSpPr>
        <p:spPr>
          <a:xfrm>
            <a:off x="3577767" y="4235909"/>
            <a:ext cx="2353200" cy="12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6" name="Google Shape;396;p55"/>
          <p:cNvSpPr txBox="1">
            <a:spLocks noGrp="1"/>
          </p:cNvSpPr>
          <p:nvPr>
            <p:ph type="subTitle" idx="3"/>
          </p:nvPr>
        </p:nvSpPr>
        <p:spPr>
          <a:xfrm>
            <a:off x="8967500" y="4235909"/>
            <a:ext cx="2353200" cy="12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7" name="Google Shape;397;p55"/>
          <p:cNvSpPr txBox="1">
            <a:spLocks noGrp="1"/>
          </p:cNvSpPr>
          <p:nvPr>
            <p:ph type="subTitle" idx="4"/>
          </p:nvPr>
        </p:nvSpPr>
        <p:spPr>
          <a:xfrm>
            <a:off x="6280377" y="4235909"/>
            <a:ext cx="2353200" cy="12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8" name="Google Shape;398;p55"/>
          <p:cNvSpPr txBox="1">
            <a:spLocks noGrp="1"/>
          </p:cNvSpPr>
          <p:nvPr>
            <p:ph type="title"/>
          </p:nvPr>
        </p:nvSpPr>
        <p:spPr>
          <a:xfrm>
            <a:off x="2376484" y="428200"/>
            <a:ext cx="7440400" cy="8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2891536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 10">
  <p:cSld name="Title and four column 10">
    <p:bg>
      <p:bgPr>
        <a:solidFill>
          <a:schemeClr val="dk1"/>
        </a:solid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6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1" name="Google Shape;401;p56"/>
          <p:cNvSpPr txBox="1">
            <a:spLocks noGrp="1"/>
          </p:cNvSpPr>
          <p:nvPr>
            <p:ph type="subTitle" idx="1"/>
          </p:nvPr>
        </p:nvSpPr>
        <p:spPr>
          <a:xfrm>
            <a:off x="6946767" y="3827563"/>
            <a:ext cx="2350800" cy="12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2" name="Google Shape;402;p56"/>
          <p:cNvSpPr txBox="1">
            <a:spLocks noGrp="1"/>
          </p:cNvSpPr>
          <p:nvPr>
            <p:ph type="subTitle" idx="2"/>
          </p:nvPr>
        </p:nvSpPr>
        <p:spPr>
          <a:xfrm>
            <a:off x="6946767" y="5170451"/>
            <a:ext cx="2353200" cy="12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3" name="Google Shape;403;p56"/>
          <p:cNvSpPr txBox="1">
            <a:spLocks noGrp="1"/>
          </p:cNvSpPr>
          <p:nvPr>
            <p:ph type="subTitle" idx="3"/>
          </p:nvPr>
        </p:nvSpPr>
        <p:spPr>
          <a:xfrm>
            <a:off x="6946767" y="1116617"/>
            <a:ext cx="2353200" cy="12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4" name="Google Shape;404;p56"/>
          <p:cNvSpPr txBox="1">
            <a:spLocks noGrp="1"/>
          </p:cNvSpPr>
          <p:nvPr>
            <p:ph type="subTitle" idx="4"/>
          </p:nvPr>
        </p:nvSpPr>
        <p:spPr>
          <a:xfrm>
            <a:off x="6946767" y="2466427"/>
            <a:ext cx="2353200" cy="12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5" name="Google Shape;405;p56"/>
          <p:cNvSpPr txBox="1">
            <a:spLocks noGrp="1"/>
          </p:cNvSpPr>
          <p:nvPr>
            <p:ph type="title"/>
          </p:nvPr>
        </p:nvSpPr>
        <p:spPr>
          <a:xfrm>
            <a:off x="950967" y="2434305"/>
            <a:ext cx="3907200" cy="19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4903341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 11">
  <p:cSld name="Title and four column 11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7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8" name="Google Shape;408;p57"/>
          <p:cNvSpPr/>
          <p:nvPr/>
        </p:nvSpPr>
        <p:spPr>
          <a:xfrm rot="-5400000">
            <a:off x="1055000" y="2209633"/>
            <a:ext cx="3015600" cy="5082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409" name="Google Shape;409;p57"/>
          <p:cNvSpPr/>
          <p:nvPr/>
        </p:nvSpPr>
        <p:spPr>
          <a:xfrm rot="-5400000">
            <a:off x="8134168" y="-332400"/>
            <a:ext cx="3015600" cy="5120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cxnSp>
        <p:nvCxnSpPr>
          <p:cNvPr id="410" name="Google Shape;410;p57"/>
          <p:cNvCxnSpPr/>
          <p:nvPr/>
        </p:nvCxnSpPr>
        <p:spPr>
          <a:xfrm rot="10800000">
            <a:off x="136233" y="3247000"/>
            <a:ext cx="0" cy="30088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1" name="Google Shape;411;p57"/>
          <p:cNvCxnSpPr/>
          <p:nvPr/>
        </p:nvCxnSpPr>
        <p:spPr>
          <a:xfrm rot="10800000">
            <a:off x="12056600" y="723400"/>
            <a:ext cx="0" cy="30088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2" name="Google Shape;412;p57"/>
          <p:cNvSpPr txBox="1">
            <a:spLocks noGrp="1"/>
          </p:cNvSpPr>
          <p:nvPr>
            <p:ph type="subTitle" idx="1"/>
          </p:nvPr>
        </p:nvSpPr>
        <p:spPr>
          <a:xfrm>
            <a:off x="851616" y="4927941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3" name="Google Shape;413;p57"/>
          <p:cNvSpPr txBox="1">
            <a:spLocks noGrp="1"/>
          </p:cNvSpPr>
          <p:nvPr>
            <p:ph type="subTitle" idx="2"/>
          </p:nvPr>
        </p:nvSpPr>
        <p:spPr>
          <a:xfrm>
            <a:off x="851600" y="3989953"/>
            <a:ext cx="3766000" cy="5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4" name="Google Shape;414;p57"/>
          <p:cNvSpPr txBox="1">
            <a:spLocks noGrp="1"/>
          </p:cNvSpPr>
          <p:nvPr>
            <p:ph type="subTitle" idx="3"/>
          </p:nvPr>
        </p:nvSpPr>
        <p:spPr>
          <a:xfrm>
            <a:off x="851616" y="3611789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5" name="Google Shape;415;p57"/>
          <p:cNvSpPr txBox="1">
            <a:spLocks noGrp="1"/>
          </p:cNvSpPr>
          <p:nvPr>
            <p:ph type="subTitle" idx="4"/>
          </p:nvPr>
        </p:nvSpPr>
        <p:spPr>
          <a:xfrm>
            <a:off x="851600" y="5305817"/>
            <a:ext cx="3767200" cy="5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6" name="Google Shape;416;p57"/>
          <p:cNvSpPr txBox="1">
            <a:spLocks noGrp="1"/>
          </p:cNvSpPr>
          <p:nvPr>
            <p:ph type="subTitle" idx="5"/>
          </p:nvPr>
        </p:nvSpPr>
        <p:spPr>
          <a:xfrm>
            <a:off x="7545517" y="1090107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7" name="Google Shape;417;p57"/>
          <p:cNvSpPr txBox="1">
            <a:spLocks noGrp="1"/>
          </p:cNvSpPr>
          <p:nvPr>
            <p:ph type="subTitle" idx="6"/>
          </p:nvPr>
        </p:nvSpPr>
        <p:spPr>
          <a:xfrm>
            <a:off x="7545517" y="2780280"/>
            <a:ext cx="3767200" cy="5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8" name="Google Shape;418;p57"/>
          <p:cNvSpPr txBox="1">
            <a:spLocks noGrp="1"/>
          </p:cNvSpPr>
          <p:nvPr>
            <p:ph type="subTitle" idx="7"/>
          </p:nvPr>
        </p:nvSpPr>
        <p:spPr>
          <a:xfrm>
            <a:off x="7545517" y="2405528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9" name="Google Shape;419;p57"/>
          <p:cNvSpPr txBox="1">
            <a:spLocks noGrp="1"/>
          </p:cNvSpPr>
          <p:nvPr>
            <p:ph type="subTitle" idx="8"/>
          </p:nvPr>
        </p:nvSpPr>
        <p:spPr>
          <a:xfrm>
            <a:off x="7545517" y="1467288"/>
            <a:ext cx="3767200" cy="5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0" name="Google Shape;420;p57"/>
          <p:cNvSpPr txBox="1">
            <a:spLocks noGrp="1"/>
          </p:cNvSpPr>
          <p:nvPr>
            <p:ph type="title"/>
          </p:nvPr>
        </p:nvSpPr>
        <p:spPr>
          <a:xfrm>
            <a:off x="819249" y="428792"/>
            <a:ext cx="5112400" cy="7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8565221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 12">
  <p:cSld name="Title and four column 12"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8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3" name="Google Shape;423;p58"/>
          <p:cNvSpPr txBox="1">
            <a:spLocks noGrp="1"/>
          </p:cNvSpPr>
          <p:nvPr>
            <p:ph type="subTitle" idx="1"/>
          </p:nvPr>
        </p:nvSpPr>
        <p:spPr>
          <a:xfrm>
            <a:off x="3792049" y="2317781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4" name="Google Shape;424;p58"/>
          <p:cNvSpPr txBox="1">
            <a:spLocks noGrp="1"/>
          </p:cNvSpPr>
          <p:nvPr>
            <p:ph type="subTitle" idx="2"/>
          </p:nvPr>
        </p:nvSpPr>
        <p:spPr>
          <a:xfrm>
            <a:off x="1022500" y="2813593"/>
            <a:ext cx="1840800" cy="5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5" name="Google Shape;425;p58"/>
          <p:cNvSpPr txBox="1">
            <a:spLocks noGrp="1"/>
          </p:cNvSpPr>
          <p:nvPr>
            <p:ph type="subTitle" idx="3"/>
          </p:nvPr>
        </p:nvSpPr>
        <p:spPr>
          <a:xfrm>
            <a:off x="1022516" y="2317796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6" name="Google Shape;426;p58"/>
          <p:cNvSpPr txBox="1">
            <a:spLocks noGrp="1"/>
          </p:cNvSpPr>
          <p:nvPr>
            <p:ph type="subTitle" idx="4"/>
          </p:nvPr>
        </p:nvSpPr>
        <p:spPr>
          <a:xfrm>
            <a:off x="3792033" y="2813291"/>
            <a:ext cx="1840800" cy="5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7" name="Google Shape;427;p58"/>
          <p:cNvSpPr txBox="1">
            <a:spLocks noGrp="1"/>
          </p:cNvSpPr>
          <p:nvPr>
            <p:ph type="subTitle" idx="5"/>
          </p:nvPr>
        </p:nvSpPr>
        <p:spPr>
          <a:xfrm>
            <a:off x="6559151" y="2317795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8" name="Google Shape;428;p58"/>
          <p:cNvSpPr txBox="1">
            <a:spLocks noGrp="1"/>
          </p:cNvSpPr>
          <p:nvPr>
            <p:ph type="subTitle" idx="6"/>
          </p:nvPr>
        </p:nvSpPr>
        <p:spPr>
          <a:xfrm>
            <a:off x="9328684" y="2810168"/>
            <a:ext cx="1840800" cy="5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9" name="Google Shape;429;p58"/>
          <p:cNvSpPr txBox="1">
            <a:spLocks noGrp="1"/>
          </p:cNvSpPr>
          <p:nvPr>
            <p:ph type="subTitle" idx="7"/>
          </p:nvPr>
        </p:nvSpPr>
        <p:spPr>
          <a:xfrm>
            <a:off x="9328684" y="2317781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0" name="Google Shape;430;p58"/>
          <p:cNvSpPr txBox="1">
            <a:spLocks noGrp="1"/>
          </p:cNvSpPr>
          <p:nvPr>
            <p:ph type="subTitle" idx="8"/>
          </p:nvPr>
        </p:nvSpPr>
        <p:spPr>
          <a:xfrm>
            <a:off x="6559151" y="2812609"/>
            <a:ext cx="1840800" cy="5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1" name="Google Shape;431;p58"/>
          <p:cNvSpPr txBox="1">
            <a:spLocks noGrp="1"/>
          </p:cNvSpPr>
          <p:nvPr>
            <p:ph type="title"/>
          </p:nvPr>
        </p:nvSpPr>
        <p:spPr>
          <a:xfrm>
            <a:off x="3539800" y="428792"/>
            <a:ext cx="5112400" cy="7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1172456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9"/>
          <p:cNvSpPr/>
          <p:nvPr/>
        </p:nvSpPr>
        <p:spPr>
          <a:xfrm>
            <a:off x="166933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4" name="Google Shape;434;p59"/>
          <p:cNvSpPr/>
          <p:nvPr/>
        </p:nvSpPr>
        <p:spPr>
          <a:xfrm>
            <a:off x="3550533" y="2326967"/>
            <a:ext cx="5154000" cy="4614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5" name="Google Shape;435;p59"/>
          <p:cNvSpPr txBox="1"/>
          <p:nvPr/>
        </p:nvSpPr>
        <p:spPr>
          <a:xfrm>
            <a:off x="4415000" y="5021067"/>
            <a:ext cx="3362000" cy="8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467">
                <a:solidFill>
                  <a:schemeClr val="lt1"/>
                </a:solidFill>
                <a:latin typeface="Overpass ExtraLight"/>
                <a:ea typeface="Overpass ExtraLight"/>
                <a:cs typeface="Overpass ExtraLight"/>
                <a:sym typeface="Overpass ExtraLight"/>
              </a:rPr>
              <a:t>CREDITS: This presentation template was created by</a:t>
            </a:r>
            <a:r>
              <a:rPr lang="en" sz="1467" b="1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Slidesgo</a:t>
            </a:r>
            <a:r>
              <a:rPr lang="en" sz="1467">
                <a:solidFill>
                  <a:schemeClr val="lt1"/>
                </a:solidFill>
                <a:latin typeface="Overpass ExtraLight"/>
                <a:ea typeface="Overpass ExtraLight"/>
                <a:cs typeface="Overpass ExtraLight"/>
                <a:sym typeface="Overpass ExtraLight"/>
              </a:rPr>
              <a:t>, including icons by </a:t>
            </a:r>
            <a:r>
              <a:rPr lang="en" sz="1467" b="1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Flaticon,</a:t>
            </a:r>
            <a:r>
              <a:rPr lang="en" sz="1467">
                <a:solidFill>
                  <a:schemeClr val="lt1"/>
                </a:solidFill>
                <a:latin typeface="Overpass ExtraLight"/>
                <a:ea typeface="Overpass ExtraLight"/>
                <a:cs typeface="Overpass ExtraLight"/>
                <a:sym typeface="Overpass ExtraLight"/>
              </a:rPr>
              <a:t> and infographics &amp; images by </a:t>
            </a:r>
            <a:r>
              <a:rPr lang="en" sz="1467" b="1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Freepik. </a:t>
            </a:r>
            <a:endParaRPr sz="1467" b="1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436" name="Google Shape;436;p59"/>
          <p:cNvSpPr txBox="1">
            <a:spLocks noGrp="1"/>
          </p:cNvSpPr>
          <p:nvPr>
            <p:ph type="title"/>
          </p:nvPr>
        </p:nvSpPr>
        <p:spPr>
          <a:xfrm>
            <a:off x="3574033" y="884121"/>
            <a:ext cx="5112400" cy="138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 sz="10666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7" name="Google Shape;437;p59"/>
          <p:cNvSpPr txBox="1">
            <a:spLocks noGrp="1"/>
          </p:cNvSpPr>
          <p:nvPr>
            <p:ph type="subTitle" idx="1"/>
          </p:nvPr>
        </p:nvSpPr>
        <p:spPr>
          <a:xfrm>
            <a:off x="3697467" y="2530705"/>
            <a:ext cx="4762000" cy="16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2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2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438" name="Google Shape;438;p59"/>
          <p:cNvCxnSpPr/>
          <p:nvPr/>
        </p:nvCxnSpPr>
        <p:spPr>
          <a:xfrm>
            <a:off x="3548417" y="6716400"/>
            <a:ext cx="5163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73276484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bg>
      <p:bgPr>
        <a:solidFill>
          <a:schemeClr val="dk1"/>
        </a:solidFill>
        <a:effectLst/>
      </p:bgPr>
    </p:bg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0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87281373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1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3" name="Google Shape;443;p61"/>
          <p:cNvSpPr txBox="1">
            <a:spLocks noGrp="1"/>
          </p:cNvSpPr>
          <p:nvPr>
            <p:ph type="subTitle" idx="1"/>
          </p:nvPr>
        </p:nvSpPr>
        <p:spPr>
          <a:xfrm>
            <a:off x="3792049" y="2317781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4" name="Google Shape;444;p61"/>
          <p:cNvSpPr txBox="1">
            <a:spLocks noGrp="1"/>
          </p:cNvSpPr>
          <p:nvPr>
            <p:ph type="subTitle" idx="2"/>
          </p:nvPr>
        </p:nvSpPr>
        <p:spPr>
          <a:xfrm>
            <a:off x="1022500" y="2813593"/>
            <a:ext cx="1840800" cy="5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5" name="Google Shape;445;p61"/>
          <p:cNvSpPr txBox="1">
            <a:spLocks noGrp="1"/>
          </p:cNvSpPr>
          <p:nvPr>
            <p:ph type="subTitle" idx="3"/>
          </p:nvPr>
        </p:nvSpPr>
        <p:spPr>
          <a:xfrm>
            <a:off x="1022516" y="2317796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6" name="Google Shape;446;p61"/>
          <p:cNvSpPr txBox="1">
            <a:spLocks noGrp="1"/>
          </p:cNvSpPr>
          <p:nvPr>
            <p:ph type="subTitle" idx="4"/>
          </p:nvPr>
        </p:nvSpPr>
        <p:spPr>
          <a:xfrm>
            <a:off x="3792033" y="2813291"/>
            <a:ext cx="1840800" cy="5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7" name="Google Shape;447;p61"/>
          <p:cNvSpPr txBox="1">
            <a:spLocks noGrp="1"/>
          </p:cNvSpPr>
          <p:nvPr>
            <p:ph type="subTitle" idx="5"/>
          </p:nvPr>
        </p:nvSpPr>
        <p:spPr>
          <a:xfrm>
            <a:off x="6559151" y="2317795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8" name="Google Shape;448;p61"/>
          <p:cNvSpPr txBox="1">
            <a:spLocks noGrp="1"/>
          </p:cNvSpPr>
          <p:nvPr>
            <p:ph type="subTitle" idx="6"/>
          </p:nvPr>
        </p:nvSpPr>
        <p:spPr>
          <a:xfrm>
            <a:off x="9328684" y="2810168"/>
            <a:ext cx="1840800" cy="5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9" name="Google Shape;449;p61"/>
          <p:cNvSpPr txBox="1">
            <a:spLocks noGrp="1"/>
          </p:cNvSpPr>
          <p:nvPr>
            <p:ph type="subTitle" idx="7"/>
          </p:nvPr>
        </p:nvSpPr>
        <p:spPr>
          <a:xfrm>
            <a:off x="9328684" y="2317781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0" name="Google Shape;450;p61"/>
          <p:cNvSpPr txBox="1">
            <a:spLocks noGrp="1"/>
          </p:cNvSpPr>
          <p:nvPr>
            <p:ph type="subTitle" idx="8"/>
          </p:nvPr>
        </p:nvSpPr>
        <p:spPr>
          <a:xfrm>
            <a:off x="6559151" y="2812609"/>
            <a:ext cx="1840800" cy="5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9946143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308518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-19689" t="41478" r="19690" b="227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949000" y="2611467"/>
            <a:ext cx="5706800" cy="35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6096000" y="713333"/>
            <a:ext cx="5147200" cy="5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947115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/>
          <p:cNvPicPr preferRelativeResize="0"/>
          <p:nvPr/>
        </p:nvPicPr>
        <p:blipFill rotWithShape="1">
          <a:blip r:embed="rId3">
            <a:alphaModFix/>
          </a:blip>
          <a:srcRect l="36283" t="30" r="-6" b="-40"/>
          <a:stretch/>
        </p:blipFill>
        <p:spPr>
          <a:xfrm rot="10800000">
            <a:off x="7819933" y="-4366"/>
            <a:ext cx="4372067" cy="6862367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953467" y="4437400"/>
            <a:ext cx="10278400" cy="16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9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953467" y="2765667"/>
            <a:ext cx="10278400" cy="16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9333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80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80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80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80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80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80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80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8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6096000" y="713333"/>
            <a:ext cx="5142400" cy="5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8346103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"/>
          <p:cNvPicPr preferRelativeResize="0"/>
          <p:nvPr/>
        </p:nvPicPr>
        <p:blipFill rotWithShape="1">
          <a:blip r:embed="rId2">
            <a:alphaModFix/>
          </a:blip>
          <a:srcRect l="174697" t="-83399" r="177064" b="41635"/>
          <a:stretch/>
        </p:blipFill>
        <p:spPr>
          <a:xfrm>
            <a:off x="1767" y="-2182"/>
            <a:ext cx="12188600" cy="6862367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5142400" cy="126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953467" y="2181733"/>
            <a:ext cx="5142400" cy="252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Google Shape;23;p4"/>
          <p:cNvSpPr>
            <a:spLocks noGrp="1"/>
          </p:cNvSpPr>
          <p:nvPr>
            <p:ph type="pic" idx="2"/>
          </p:nvPr>
        </p:nvSpPr>
        <p:spPr>
          <a:xfrm>
            <a:off x="7620233" y="100"/>
            <a:ext cx="4572000" cy="68580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42235880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5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1586333" y="2323867"/>
            <a:ext cx="3876800" cy="29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73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6728867" y="2323867"/>
            <a:ext cx="3876800" cy="29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397576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6"/>
          <p:cNvPicPr preferRelativeResize="0"/>
          <p:nvPr/>
        </p:nvPicPr>
        <p:blipFill rotWithShape="1">
          <a:blip r:embed="rId2">
            <a:alphaModFix/>
          </a:blip>
          <a:srcRect l="104756" t="-108210" r="280062" b="47851"/>
          <a:stretch/>
        </p:blipFill>
        <p:spPr>
          <a:xfrm rot="10800000">
            <a:off x="1767" y="-2182"/>
            <a:ext cx="12188600" cy="6862367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73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973724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bg>
      <p:bgPr>
        <a:solidFill>
          <a:schemeClr val="lt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7"/>
          <p:cNvPicPr preferRelativeResize="0"/>
          <p:nvPr/>
        </p:nvPicPr>
        <p:blipFill rotWithShape="1">
          <a:blip r:embed="rId2">
            <a:alphaModFix/>
          </a:blip>
          <a:srcRect l="130683" t="-50527" r="175247" b="34585"/>
          <a:stretch/>
        </p:blipFill>
        <p:spPr>
          <a:xfrm>
            <a:off x="1767" y="-2182"/>
            <a:ext cx="12188600" cy="6862367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5142400" cy="127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953467" y="2188533"/>
            <a:ext cx="5142400" cy="968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Google Shape;36;p7"/>
          <p:cNvSpPr>
            <a:spLocks noGrp="1"/>
          </p:cNvSpPr>
          <p:nvPr>
            <p:ph type="pic" idx="2"/>
          </p:nvPr>
        </p:nvSpPr>
        <p:spPr>
          <a:xfrm>
            <a:off x="7619867" y="-100"/>
            <a:ext cx="4572000" cy="68580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83549868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lt1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8"/>
          <p:cNvPicPr preferRelativeResize="0"/>
          <p:nvPr/>
        </p:nvPicPr>
        <p:blipFill rotWithShape="1">
          <a:blip r:embed="rId2">
            <a:alphaModFix/>
          </a:blip>
          <a:srcRect l="-19689" t="41478" r="19690" b="227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308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9333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8534277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solidFill>
          <a:schemeClr val="lt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9"/>
          <p:cNvPicPr preferRelativeResize="0"/>
          <p:nvPr/>
        </p:nvPicPr>
        <p:blipFill rotWithShape="1">
          <a:blip r:embed="rId2">
            <a:alphaModFix/>
          </a:blip>
          <a:srcRect l="7043" t="47434" r="-48486" b="-26994"/>
          <a:stretch/>
        </p:blipFill>
        <p:spPr>
          <a:xfrm rot="10800000" flipH="1">
            <a:off x="-16" y="-3047"/>
            <a:ext cx="12192000" cy="6864093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960000" y="713333"/>
            <a:ext cx="7900400" cy="16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9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6096000" y="4477467"/>
            <a:ext cx="5142400" cy="16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5218945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953467" y="5413067"/>
            <a:ext cx="10284800" cy="731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4849816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lt1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1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11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953467" y="4091467"/>
            <a:ext cx="10285200" cy="20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subTitle" idx="1"/>
          </p:nvPr>
        </p:nvSpPr>
        <p:spPr>
          <a:xfrm>
            <a:off x="6096000" y="713333"/>
            <a:ext cx="5142400" cy="5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746644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591643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>
            <a:off x="-13533" y="1"/>
            <a:ext cx="12205533" cy="6864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title" hasCustomPrompt="1"/>
          </p:nvPr>
        </p:nvSpPr>
        <p:spPr>
          <a:xfrm>
            <a:off x="1427533" y="1823100"/>
            <a:ext cx="718000" cy="98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2145433" y="1823100"/>
            <a:ext cx="3476400" cy="98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2"/>
          </p:nvPr>
        </p:nvSpPr>
        <p:spPr>
          <a:xfrm>
            <a:off x="953467" y="713333"/>
            <a:ext cx="10285200" cy="73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3" hasCustomPrompt="1"/>
          </p:nvPr>
        </p:nvSpPr>
        <p:spPr>
          <a:xfrm>
            <a:off x="1427533" y="2804700"/>
            <a:ext cx="718000" cy="98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4"/>
          </p:nvPr>
        </p:nvSpPr>
        <p:spPr>
          <a:xfrm>
            <a:off x="2145433" y="2804699"/>
            <a:ext cx="3476400" cy="98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5" hasCustomPrompt="1"/>
          </p:nvPr>
        </p:nvSpPr>
        <p:spPr>
          <a:xfrm>
            <a:off x="1427533" y="3786333"/>
            <a:ext cx="718000" cy="98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6"/>
          </p:nvPr>
        </p:nvSpPr>
        <p:spPr>
          <a:xfrm>
            <a:off x="2145433" y="3786331"/>
            <a:ext cx="3476400" cy="98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7" hasCustomPrompt="1"/>
          </p:nvPr>
        </p:nvSpPr>
        <p:spPr>
          <a:xfrm>
            <a:off x="1427533" y="4767933"/>
            <a:ext cx="718000" cy="98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8"/>
          </p:nvPr>
        </p:nvSpPr>
        <p:spPr>
          <a:xfrm>
            <a:off x="2145433" y="4767931"/>
            <a:ext cx="3476400" cy="98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9" hasCustomPrompt="1"/>
          </p:nvPr>
        </p:nvSpPr>
        <p:spPr>
          <a:xfrm>
            <a:off x="6569932" y="1823100"/>
            <a:ext cx="718000" cy="98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3"/>
          </p:nvPr>
        </p:nvSpPr>
        <p:spPr>
          <a:xfrm>
            <a:off x="7287933" y="1823100"/>
            <a:ext cx="3476400" cy="98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14" hasCustomPrompt="1"/>
          </p:nvPr>
        </p:nvSpPr>
        <p:spPr>
          <a:xfrm>
            <a:off x="6569932" y="2804696"/>
            <a:ext cx="718000" cy="98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5"/>
          </p:nvPr>
        </p:nvSpPr>
        <p:spPr>
          <a:xfrm>
            <a:off x="7287933" y="2804692"/>
            <a:ext cx="3476400" cy="98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16" hasCustomPrompt="1"/>
          </p:nvPr>
        </p:nvSpPr>
        <p:spPr>
          <a:xfrm>
            <a:off x="6569932" y="3786304"/>
            <a:ext cx="718000" cy="98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7"/>
          </p:nvPr>
        </p:nvSpPr>
        <p:spPr>
          <a:xfrm>
            <a:off x="7287933" y="3786295"/>
            <a:ext cx="3476400" cy="98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18" hasCustomPrompt="1"/>
          </p:nvPr>
        </p:nvSpPr>
        <p:spPr>
          <a:xfrm>
            <a:off x="6569932" y="4767900"/>
            <a:ext cx="718000" cy="98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9"/>
          </p:nvPr>
        </p:nvSpPr>
        <p:spPr>
          <a:xfrm>
            <a:off x="7287933" y="4767888"/>
            <a:ext cx="3476400" cy="98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537324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chemeClr val="lt1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4"/>
          <p:cNvPicPr preferRelativeResize="0"/>
          <p:nvPr/>
        </p:nvPicPr>
        <p:blipFill rotWithShape="1">
          <a:blip r:embed="rId2">
            <a:alphaModFix/>
          </a:blip>
          <a:srcRect l="-6643" t="13471" r="27548" b="-35825"/>
          <a:stretch/>
        </p:blipFill>
        <p:spPr>
          <a:xfrm>
            <a:off x="7758733" y="0"/>
            <a:ext cx="4433267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>
            <a:off x="-13533" y="1"/>
            <a:ext cx="12205533" cy="6864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>
            <a:spLocks noGrp="1"/>
          </p:cNvSpPr>
          <p:nvPr>
            <p:ph type="subTitle" idx="1"/>
          </p:nvPr>
        </p:nvSpPr>
        <p:spPr>
          <a:xfrm>
            <a:off x="953467" y="2004233"/>
            <a:ext cx="7906800" cy="26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subTitle" idx="2"/>
          </p:nvPr>
        </p:nvSpPr>
        <p:spPr>
          <a:xfrm>
            <a:off x="953467" y="5287067"/>
            <a:ext cx="7906800" cy="60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500742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bg>
      <p:bgPr>
        <a:solidFill>
          <a:schemeClr val="l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 l="-19689" t="41478" r="19690" b="2272"/>
          <a:stretch/>
        </p:blipFill>
        <p:spPr>
          <a:xfrm rot="10800000" flipH="1">
            <a:off x="0" y="-3047"/>
            <a:ext cx="12192000" cy="6864093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953467" y="3012767"/>
            <a:ext cx="5702400" cy="308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93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>
            <a:off x="6096000" y="713333"/>
            <a:ext cx="5142000" cy="107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867">
                <a:solidFill>
                  <a:schemeClr val="dk1"/>
                </a:solidFill>
              </a:defRPr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226287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6"/>
          <p:cNvPicPr preferRelativeResize="0"/>
          <p:nvPr/>
        </p:nvPicPr>
        <p:blipFill rotWithShape="1">
          <a:blip r:embed="rId2">
            <a:alphaModFix/>
          </a:blip>
          <a:srcRect l="7043" t="47434" r="-48486" b="-26994"/>
          <a:stretch/>
        </p:blipFill>
        <p:spPr>
          <a:xfrm rot="10800000" flipH="1">
            <a:off x="-16" y="-3047"/>
            <a:ext cx="12192000" cy="6864093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>
            <a:spLocks noGrp="1"/>
          </p:cNvSpPr>
          <p:nvPr>
            <p:ph type="title"/>
          </p:nvPr>
        </p:nvSpPr>
        <p:spPr>
          <a:xfrm>
            <a:off x="953467" y="2575800"/>
            <a:ext cx="4939200" cy="73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body" idx="1"/>
          </p:nvPr>
        </p:nvSpPr>
        <p:spPr>
          <a:xfrm>
            <a:off x="953467" y="3307400"/>
            <a:ext cx="4939200" cy="97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987240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bg>
      <p:bgPr>
        <a:solidFill>
          <a:schemeClr val="l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/>
          <p:cNvPicPr preferRelativeResize="0"/>
          <p:nvPr/>
        </p:nvPicPr>
        <p:blipFill rotWithShape="1">
          <a:blip r:embed="rId2">
            <a:alphaModFix/>
          </a:blip>
          <a:srcRect l="-50000" t="49600" r="50000" b="-584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5736363" y="2575800"/>
            <a:ext cx="4939200" cy="73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body" idx="1"/>
          </p:nvPr>
        </p:nvSpPr>
        <p:spPr>
          <a:xfrm>
            <a:off x="5736363" y="3307400"/>
            <a:ext cx="4939200" cy="97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212869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bg>
      <p:bgPr>
        <a:solidFill>
          <a:schemeClr val="l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>
            <a:spLocks noGrp="1"/>
          </p:cNvSpPr>
          <p:nvPr>
            <p:ph type="title"/>
          </p:nvPr>
        </p:nvSpPr>
        <p:spPr>
          <a:xfrm>
            <a:off x="2060629" y="2575800"/>
            <a:ext cx="4939200" cy="73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body" idx="1"/>
          </p:nvPr>
        </p:nvSpPr>
        <p:spPr>
          <a:xfrm>
            <a:off x="2060629" y="3307400"/>
            <a:ext cx="4939200" cy="97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6225725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/>
          <p:cNvPicPr preferRelativeResize="0"/>
          <p:nvPr/>
        </p:nvPicPr>
        <p:blipFill rotWithShape="1">
          <a:blip r:embed="rId2">
            <a:alphaModFix/>
          </a:blip>
          <a:srcRect l="-50000" t="49600" r="50000" b="-584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>
            <a:spLocks noGrp="1"/>
          </p:cNvSpPr>
          <p:nvPr>
            <p:ph type="subTitle" idx="1"/>
          </p:nvPr>
        </p:nvSpPr>
        <p:spPr>
          <a:xfrm>
            <a:off x="953467" y="2728667"/>
            <a:ext cx="7906800" cy="9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73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2"/>
          </p:nvPr>
        </p:nvSpPr>
        <p:spPr>
          <a:xfrm>
            <a:off x="953467" y="4398667"/>
            <a:ext cx="7906800" cy="9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subTitle" idx="3"/>
          </p:nvPr>
        </p:nvSpPr>
        <p:spPr>
          <a:xfrm>
            <a:off x="953467" y="2222267"/>
            <a:ext cx="7906800" cy="60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ubTitle" idx="4"/>
          </p:nvPr>
        </p:nvSpPr>
        <p:spPr>
          <a:xfrm>
            <a:off x="953467" y="3892267"/>
            <a:ext cx="7906800" cy="60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4144073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bg>
      <p:bgPr>
        <a:solidFill>
          <a:schemeClr val="l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0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>
            <a:off x="-13533" y="1"/>
            <a:ext cx="12205533" cy="686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0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 flipH="1">
            <a:off x="-6095" y="-3249"/>
            <a:ext cx="12204193" cy="686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>
            <a:spLocks noGrp="1"/>
          </p:cNvSpPr>
          <p:nvPr>
            <p:ph type="subTitle" idx="1"/>
          </p:nvPr>
        </p:nvSpPr>
        <p:spPr>
          <a:xfrm>
            <a:off x="953467" y="3105033"/>
            <a:ext cx="2842400" cy="19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73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subTitle" idx="2"/>
          </p:nvPr>
        </p:nvSpPr>
        <p:spPr>
          <a:xfrm>
            <a:off x="953467" y="2222267"/>
            <a:ext cx="2842400" cy="97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subTitle" idx="3"/>
          </p:nvPr>
        </p:nvSpPr>
        <p:spPr>
          <a:xfrm>
            <a:off x="4674800" y="3105033"/>
            <a:ext cx="2842400" cy="19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subTitle" idx="4"/>
          </p:nvPr>
        </p:nvSpPr>
        <p:spPr>
          <a:xfrm>
            <a:off x="4674799" y="2222267"/>
            <a:ext cx="2842400" cy="97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subTitle" idx="5"/>
          </p:nvPr>
        </p:nvSpPr>
        <p:spPr>
          <a:xfrm>
            <a:off x="8396269" y="3105033"/>
            <a:ext cx="2842400" cy="19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subTitle" idx="6"/>
          </p:nvPr>
        </p:nvSpPr>
        <p:spPr>
          <a:xfrm>
            <a:off x="8396267" y="2222267"/>
            <a:ext cx="2842400" cy="97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3220319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bg>
      <p:bgPr>
        <a:solidFill>
          <a:schemeClr val="lt1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1"/>
          <p:cNvPicPr preferRelativeResize="0"/>
          <p:nvPr/>
        </p:nvPicPr>
        <p:blipFill rotWithShape="1">
          <a:blip r:embed="rId2">
            <a:alphaModFix/>
          </a:blip>
          <a:srcRect l="-50000" t="49600" r="50000" b="-584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>
            <a:spLocks noGrp="1"/>
          </p:cNvSpPr>
          <p:nvPr>
            <p:ph type="subTitle" idx="1"/>
          </p:nvPr>
        </p:nvSpPr>
        <p:spPr>
          <a:xfrm>
            <a:off x="953467" y="5011484"/>
            <a:ext cx="28424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73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subTitle" idx="2"/>
          </p:nvPr>
        </p:nvSpPr>
        <p:spPr>
          <a:xfrm>
            <a:off x="953467" y="4503484"/>
            <a:ext cx="2842400" cy="60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subTitle" idx="3"/>
          </p:nvPr>
        </p:nvSpPr>
        <p:spPr>
          <a:xfrm>
            <a:off x="4674799" y="5011484"/>
            <a:ext cx="28424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subTitle" idx="4"/>
          </p:nvPr>
        </p:nvSpPr>
        <p:spPr>
          <a:xfrm>
            <a:off x="4674799" y="4503484"/>
            <a:ext cx="2842400" cy="60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7" name="Google Shape;117;p21"/>
          <p:cNvSpPr txBox="1">
            <a:spLocks noGrp="1"/>
          </p:cNvSpPr>
          <p:nvPr>
            <p:ph type="subTitle" idx="5"/>
          </p:nvPr>
        </p:nvSpPr>
        <p:spPr>
          <a:xfrm>
            <a:off x="8396267" y="5011484"/>
            <a:ext cx="28424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subTitle" idx="6"/>
          </p:nvPr>
        </p:nvSpPr>
        <p:spPr>
          <a:xfrm>
            <a:off x="8396267" y="4503484"/>
            <a:ext cx="2842400" cy="60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6631175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bg>
      <p:bgPr>
        <a:solidFill>
          <a:schemeClr val="lt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2"/>
          <p:cNvPicPr preferRelativeResize="0"/>
          <p:nvPr/>
        </p:nvPicPr>
        <p:blipFill rotWithShape="1">
          <a:blip r:embed="rId2">
            <a:alphaModFix/>
          </a:blip>
          <a:srcRect l="104756" t="-108210" r="280062" b="47851"/>
          <a:stretch/>
        </p:blipFill>
        <p:spPr>
          <a:xfrm rot="10800000">
            <a:off x="1767" y="-2182"/>
            <a:ext cx="12188600" cy="6862367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2"/>
          <p:cNvSpPr txBox="1">
            <a:spLocks noGrp="1"/>
          </p:cNvSpPr>
          <p:nvPr>
            <p:ph type="subTitle" idx="1"/>
          </p:nvPr>
        </p:nvSpPr>
        <p:spPr>
          <a:xfrm>
            <a:off x="953467" y="2728667"/>
            <a:ext cx="5040800" cy="9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73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3" name="Google Shape;123;p22"/>
          <p:cNvSpPr txBox="1">
            <a:spLocks noGrp="1"/>
          </p:cNvSpPr>
          <p:nvPr>
            <p:ph type="subTitle" idx="2"/>
          </p:nvPr>
        </p:nvSpPr>
        <p:spPr>
          <a:xfrm>
            <a:off x="953467" y="4398667"/>
            <a:ext cx="5040800" cy="9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subTitle" idx="3"/>
          </p:nvPr>
        </p:nvSpPr>
        <p:spPr>
          <a:xfrm>
            <a:off x="953467" y="2222267"/>
            <a:ext cx="5040800" cy="60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subTitle" idx="4"/>
          </p:nvPr>
        </p:nvSpPr>
        <p:spPr>
          <a:xfrm>
            <a:off x="953467" y="3892267"/>
            <a:ext cx="5040800" cy="60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subTitle" idx="5"/>
          </p:nvPr>
        </p:nvSpPr>
        <p:spPr>
          <a:xfrm>
            <a:off x="6197733" y="2728667"/>
            <a:ext cx="5040800" cy="9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ubTitle" idx="6"/>
          </p:nvPr>
        </p:nvSpPr>
        <p:spPr>
          <a:xfrm>
            <a:off x="6197733" y="4398667"/>
            <a:ext cx="5040800" cy="9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subTitle" idx="7"/>
          </p:nvPr>
        </p:nvSpPr>
        <p:spPr>
          <a:xfrm>
            <a:off x="6197733" y="2222267"/>
            <a:ext cx="5040800" cy="60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9" name="Google Shape;129;p22"/>
          <p:cNvSpPr txBox="1">
            <a:spLocks noGrp="1"/>
          </p:cNvSpPr>
          <p:nvPr>
            <p:ph type="subTitle" idx="8"/>
          </p:nvPr>
        </p:nvSpPr>
        <p:spPr>
          <a:xfrm>
            <a:off x="6197733" y="3892267"/>
            <a:ext cx="5040800" cy="60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394915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solidFill>
          <a:schemeClr val="lt1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>
            <a:spLocks noGrp="1"/>
          </p:cNvSpPr>
          <p:nvPr>
            <p:ph type="subTitle" idx="1"/>
          </p:nvPr>
        </p:nvSpPr>
        <p:spPr>
          <a:xfrm>
            <a:off x="953467" y="2506267"/>
            <a:ext cx="3243200" cy="118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73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3" name="Google Shape;133;p23"/>
          <p:cNvSpPr txBox="1">
            <a:spLocks noGrp="1"/>
          </p:cNvSpPr>
          <p:nvPr>
            <p:ph type="subTitle" idx="2"/>
          </p:nvPr>
        </p:nvSpPr>
        <p:spPr>
          <a:xfrm>
            <a:off x="953467" y="4765867"/>
            <a:ext cx="3243200" cy="118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subTitle" idx="3"/>
          </p:nvPr>
        </p:nvSpPr>
        <p:spPr>
          <a:xfrm>
            <a:off x="953467" y="1632667"/>
            <a:ext cx="3243200" cy="97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subTitle" idx="4"/>
          </p:nvPr>
        </p:nvSpPr>
        <p:spPr>
          <a:xfrm>
            <a:off x="953467" y="3892267"/>
            <a:ext cx="3243200" cy="97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subTitle" idx="5"/>
          </p:nvPr>
        </p:nvSpPr>
        <p:spPr>
          <a:xfrm>
            <a:off x="4474399" y="2506267"/>
            <a:ext cx="3243200" cy="118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subTitle" idx="6"/>
          </p:nvPr>
        </p:nvSpPr>
        <p:spPr>
          <a:xfrm>
            <a:off x="4474399" y="4765867"/>
            <a:ext cx="3243200" cy="118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8" name="Google Shape;138;p23"/>
          <p:cNvSpPr txBox="1">
            <a:spLocks noGrp="1"/>
          </p:cNvSpPr>
          <p:nvPr>
            <p:ph type="subTitle" idx="7"/>
          </p:nvPr>
        </p:nvSpPr>
        <p:spPr>
          <a:xfrm>
            <a:off x="4474400" y="1632667"/>
            <a:ext cx="3243200" cy="97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9" name="Google Shape;139;p23"/>
          <p:cNvSpPr txBox="1">
            <a:spLocks noGrp="1"/>
          </p:cNvSpPr>
          <p:nvPr>
            <p:ph type="subTitle" idx="8"/>
          </p:nvPr>
        </p:nvSpPr>
        <p:spPr>
          <a:xfrm>
            <a:off x="4474400" y="3892267"/>
            <a:ext cx="3243200" cy="97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0" name="Google Shape;140;p23"/>
          <p:cNvSpPr txBox="1">
            <a:spLocks noGrp="1"/>
          </p:cNvSpPr>
          <p:nvPr>
            <p:ph type="subTitle" idx="9"/>
          </p:nvPr>
        </p:nvSpPr>
        <p:spPr>
          <a:xfrm>
            <a:off x="7995335" y="2506267"/>
            <a:ext cx="3243200" cy="118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23"/>
          <p:cNvSpPr txBox="1">
            <a:spLocks noGrp="1"/>
          </p:cNvSpPr>
          <p:nvPr>
            <p:ph type="subTitle" idx="13"/>
          </p:nvPr>
        </p:nvSpPr>
        <p:spPr>
          <a:xfrm>
            <a:off x="7995335" y="4765867"/>
            <a:ext cx="3243200" cy="118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2" name="Google Shape;142;p23"/>
          <p:cNvSpPr txBox="1">
            <a:spLocks noGrp="1"/>
          </p:cNvSpPr>
          <p:nvPr>
            <p:ph type="subTitle" idx="14"/>
          </p:nvPr>
        </p:nvSpPr>
        <p:spPr>
          <a:xfrm>
            <a:off x="7995337" y="1632667"/>
            <a:ext cx="3243200" cy="97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subTitle" idx="15"/>
          </p:nvPr>
        </p:nvSpPr>
        <p:spPr>
          <a:xfrm>
            <a:off x="7995337" y="3892267"/>
            <a:ext cx="3243200" cy="97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2074968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bg>
      <p:bgPr>
        <a:solidFill>
          <a:schemeClr val="lt1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4"/>
          <p:cNvPicPr preferRelativeResize="0"/>
          <p:nvPr/>
        </p:nvPicPr>
        <p:blipFill rotWithShape="1">
          <a:blip r:embed="rId2">
            <a:alphaModFix/>
          </a:blip>
          <a:srcRect l="-50000" t="49600" r="50000" b="-584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4"/>
          <p:cNvSpPr txBox="1">
            <a:spLocks noGrp="1"/>
          </p:cNvSpPr>
          <p:nvPr>
            <p:ph type="title" hasCustomPrompt="1"/>
          </p:nvPr>
        </p:nvSpPr>
        <p:spPr>
          <a:xfrm>
            <a:off x="953467" y="1310667"/>
            <a:ext cx="10285200" cy="126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6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r>
              <a:t>xx%</a:t>
            </a:r>
          </a:p>
        </p:txBody>
      </p:sp>
      <p:sp>
        <p:nvSpPr>
          <p:cNvPr id="147" name="Google Shape;147;p24"/>
          <p:cNvSpPr txBox="1">
            <a:spLocks noGrp="1"/>
          </p:cNvSpPr>
          <p:nvPr>
            <p:ph type="subTitle" idx="1"/>
          </p:nvPr>
        </p:nvSpPr>
        <p:spPr>
          <a:xfrm>
            <a:off x="953467" y="2478267"/>
            <a:ext cx="10285200" cy="80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8" name="Google Shape;148;p24"/>
          <p:cNvSpPr txBox="1">
            <a:spLocks noGrp="1"/>
          </p:cNvSpPr>
          <p:nvPr>
            <p:ph type="title" idx="2" hasCustomPrompt="1"/>
          </p:nvPr>
        </p:nvSpPr>
        <p:spPr>
          <a:xfrm>
            <a:off x="953467" y="3895467"/>
            <a:ext cx="10285200" cy="126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6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r>
              <a:t>xx%</a:t>
            </a:r>
          </a:p>
        </p:txBody>
      </p:sp>
      <p:sp>
        <p:nvSpPr>
          <p:cNvPr id="149" name="Google Shape;149;p24"/>
          <p:cNvSpPr txBox="1">
            <a:spLocks noGrp="1"/>
          </p:cNvSpPr>
          <p:nvPr>
            <p:ph type="subTitle" idx="3"/>
          </p:nvPr>
        </p:nvSpPr>
        <p:spPr>
          <a:xfrm>
            <a:off x="953467" y="5063067"/>
            <a:ext cx="10285200" cy="80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1939045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bg>
      <p:bgPr>
        <a:solidFill>
          <a:schemeClr val="lt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5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>
            <a:off x="-13533" y="1"/>
            <a:ext cx="12205533" cy="686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5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73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3" name="Google Shape;153;p25"/>
          <p:cNvSpPr txBox="1">
            <a:spLocks noGrp="1"/>
          </p:cNvSpPr>
          <p:nvPr>
            <p:ph type="title" idx="2" hasCustomPrompt="1"/>
          </p:nvPr>
        </p:nvSpPr>
        <p:spPr>
          <a:xfrm>
            <a:off x="953467" y="3376467"/>
            <a:ext cx="5040800" cy="60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54" name="Google Shape;154;p25"/>
          <p:cNvSpPr txBox="1">
            <a:spLocks noGrp="1"/>
          </p:cNvSpPr>
          <p:nvPr>
            <p:ph type="subTitle" idx="1"/>
          </p:nvPr>
        </p:nvSpPr>
        <p:spPr>
          <a:xfrm>
            <a:off x="953467" y="4389267"/>
            <a:ext cx="5040800" cy="11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5" name="Google Shape;155;p25"/>
          <p:cNvSpPr txBox="1">
            <a:spLocks noGrp="1"/>
          </p:cNvSpPr>
          <p:nvPr>
            <p:ph type="subTitle" idx="3"/>
          </p:nvPr>
        </p:nvSpPr>
        <p:spPr>
          <a:xfrm>
            <a:off x="953467" y="3882867"/>
            <a:ext cx="5040800" cy="60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6" name="Google Shape;156;p25"/>
          <p:cNvSpPr txBox="1">
            <a:spLocks noGrp="1"/>
          </p:cNvSpPr>
          <p:nvPr>
            <p:ph type="subTitle" idx="4"/>
          </p:nvPr>
        </p:nvSpPr>
        <p:spPr>
          <a:xfrm>
            <a:off x="6197733" y="4389267"/>
            <a:ext cx="5040800" cy="11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7" name="Google Shape;157;p25"/>
          <p:cNvSpPr txBox="1">
            <a:spLocks noGrp="1"/>
          </p:cNvSpPr>
          <p:nvPr>
            <p:ph type="subTitle" idx="5"/>
          </p:nvPr>
        </p:nvSpPr>
        <p:spPr>
          <a:xfrm>
            <a:off x="6197733" y="3882867"/>
            <a:ext cx="5040800" cy="60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8" name="Google Shape;158;p25"/>
          <p:cNvSpPr txBox="1">
            <a:spLocks noGrp="1"/>
          </p:cNvSpPr>
          <p:nvPr>
            <p:ph type="title" idx="6" hasCustomPrompt="1"/>
          </p:nvPr>
        </p:nvSpPr>
        <p:spPr>
          <a:xfrm>
            <a:off x="6197733" y="3376467"/>
            <a:ext cx="5040800" cy="60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693837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73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7114332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bg>
      <p:bgPr>
        <a:solidFill>
          <a:schemeClr val="lt1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7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>
            <a:off x="-13533" y="1"/>
            <a:ext cx="12205533" cy="686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7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 flipH="1">
            <a:off x="-6095" y="-3249"/>
            <a:ext cx="12204193" cy="686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7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73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5524013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bg>
      <p:bgPr>
        <a:solidFill>
          <a:schemeClr val="lt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8"/>
          <p:cNvPicPr preferRelativeResize="0"/>
          <p:nvPr/>
        </p:nvPicPr>
        <p:blipFill rotWithShape="1">
          <a:blip r:embed="rId2">
            <a:alphaModFix/>
          </a:blip>
          <a:srcRect l="-6643" t="-11183" r="27548" b="-11170"/>
          <a:stretch/>
        </p:blipFill>
        <p:spPr>
          <a:xfrm>
            <a:off x="7758733" y="0"/>
            <a:ext cx="443326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8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73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7198967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9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9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9"/>
          <p:cNvSpPr txBox="1">
            <a:spLocks noGrp="1"/>
          </p:cNvSpPr>
          <p:nvPr>
            <p:ph type="ctrTitle"/>
          </p:nvPr>
        </p:nvSpPr>
        <p:spPr>
          <a:xfrm>
            <a:off x="953467" y="4440833"/>
            <a:ext cx="5142400" cy="16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9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9"/>
          <p:cNvSpPr txBox="1">
            <a:spLocks noGrp="1"/>
          </p:cNvSpPr>
          <p:nvPr>
            <p:ph type="subTitle" idx="1"/>
          </p:nvPr>
        </p:nvSpPr>
        <p:spPr>
          <a:xfrm>
            <a:off x="6095867" y="713333"/>
            <a:ext cx="3578400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9"/>
          <p:cNvSpPr txBox="1"/>
          <p:nvPr/>
        </p:nvSpPr>
        <p:spPr>
          <a:xfrm>
            <a:off x="6095817" y="3037333"/>
            <a:ext cx="3578400" cy="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  <p:extLst>
      <p:ext uri="{BB962C8B-B14F-4D97-AF65-F5344CB8AC3E}">
        <p14:creationId xmlns:p14="http://schemas.microsoft.com/office/powerpoint/2010/main" val="381342333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1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1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355156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>
            <a:spLocks noGrp="1"/>
          </p:cNvSpPr>
          <p:nvPr>
            <p:ph type="title" hasCustomPrompt="1"/>
          </p:nvPr>
        </p:nvSpPr>
        <p:spPr>
          <a:xfrm>
            <a:off x="5939067" y="1281817"/>
            <a:ext cx="2217600" cy="124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3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12" name="Google Shape;112;p15"/>
          <p:cNvSpPr txBox="1">
            <a:spLocks noGrp="1"/>
          </p:cNvSpPr>
          <p:nvPr>
            <p:ph type="title" idx="2"/>
          </p:nvPr>
        </p:nvSpPr>
        <p:spPr>
          <a:xfrm>
            <a:off x="5939067" y="2606616"/>
            <a:ext cx="5762000" cy="164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verpass"/>
              <a:buNone/>
              <a:defRPr sz="12800" b="1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3" name="Google Shape;113;p15"/>
          <p:cNvSpPr txBox="1">
            <a:spLocks noGrp="1"/>
          </p:cNvSpPr>
          <p:nvPr>
            <p:ph type="subTitle" idx="1"/>
          </p:nvPr>
        </p:nvSpPr>
        <p:spPr>
          <a:xfrm>
            <a:off x="5939067" y="4211385"/>
            <a:ext cx="5112000" cy="84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2641441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1_Title and 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subTitle" idx="1"/>
          </p:nvPr>
        </p:nvSpPr>
        <p:spPr>
          <a:xfrm>
            <a:off x="828767" y="1637916"/>
            <a:ext cx="10504400" cy="48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833733" y="421084"/>
            <a:ext cx="10272000" cy="9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1320762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0779006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4"/>
          <p:cNvSpPr txBox="1">
            <a:spLocks noGrp="1"/>
          </p:cNvSpPr>
          <p:nvPr>
            <p:ph type="title"/>
          </p:nvPr>
        </p:nvSpPr>
        <p:spPr>
          <a:xfrm>
            <a:off x="964600" y="681367"/>
            <a:ext cx="102628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92908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theme" Target="../theme/theme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4.xml"/><Relationship Id="rId18" Type="http://schemas.openxmlformats.org/officeDocument/2006/relationships/slideLayout" Target="../slideLayouts/slideLayout79.xml"/><Relationship Id="rId26" Type="http://schemas.openxmlformats.org/officeDocument/2006/relationships/slideLayout" Target="../slideLayouts/slideLayout87.xml"/><Relationship Id="rId3" Type="http://schemas.openxmlformats.org/officeDocument/2006/relationships/slideLayout" Target="../slideLayouts/slideLayout64.xml"/><Relationship Id="rId21" Type="http://schemas.openxmlformats.org/officeDocument/2006/relationships/slideLayout" Target="../slideLayouts/slideLayout82.xml"/><Relationship Id="rId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73.xml"/><Relationship Id="rId17" Type="http://schemas.openxmlformats.org/officeDocument/2006/relationships/slideLayout" Target="../slideLayouts/slideLayout78.xml"/><Relationship Id="rId25" Type="http://schemas.openxmlformats.org/officeDocument/2006/relationships/slideLayout" Target="../slideLayouts/slideLayout86.xml"/><Relationship Id="rId2" Type="http://schemas.openxmlformats.org/officeDocument/2006/relationships/slideLayout" Target="../slideLayouts/slideLayout63.xml"/><Relationship Id="rId16" Type="http://schemas.openxmlformats.org/officeDocument/2006/relationships/slideLayout" Target="../slideLayouts/slideLayout77.xml"/><Relationship Id="rId20" Type="http://schemas.openxmlformats.org/officeDocument/2006/relationships/slideLayout" Target="../slideLayouts/slideLayout81.xml"/><Relationship Id="rId29" Type="http://schemas.openxmlformats.org/officeDocument/2006/relationships/slideLayout" Target="../slideLayouts/slideLayout90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24" Type="http://schemas.openxmlformats.org/officeDocument/2006/relationships/slideLayout" Target="../slideLayouts/slideLayout85.xml"/><Relationship Id="rId32" Type="http://schemas.openxmlformats.org/officeDocument/2006/relationships/theme" Target="../theme/theme3.xml"/><Relationship Id="rId5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76.xml"/><Relationship Id="rId23" Type="http://schemas.openxmlformats.org/officeDocument/2006/relationships/slideLayout" Target="../slideLayouts/slideLayout84.xml"/><Relationship Id="rId28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71.xml"/><Relationship Id="rId19" Type="http://schemas.openxmlformats.org/officeDocument/2006/relationships/slideLayout" Target="../slideLayouts/slideLayout80.xml"/><Relationship Id="rId31" Type="http://schemas.openxmlformats.org/officeDocument/2006/relationships/slideLayout" Target="../slideLayouts/slideLayout92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75.xml"/><Relationship Id="rId22" Type="http://schemas.openxmlformats.org/officeDocument/2006/relationships/slideLayout" Target="../slideLayouts/slideLayout83.xml"/><Relationship Id="rId27" Type="http://schemas.openxmlformats.org/officeDocument/2006/relationships/slideLayout" Target="../slideLayouts/slideLayout88.xml"/><Relationship Id="rId30" Type="http://schemas.openxmlformats.org/officeDocument/2006/relationships/slideLayout" Target="../slideLayouts/slideLayout9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94.xml"/><Relationship Id="rId1" Type="http://schemas.openxmlformats.org/officeDocument/2006/relationships/slideLayout" Target="../slideLayouts/slideLayout9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12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Bebas Neue"/>
              <a:buNone/>
              <a:defRPr sz="4300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12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"/>
              <a:buChar char="●"/>
              <a:defRPr sz="18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○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■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●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○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■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●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○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verpass"/>
              <a:buChar char="■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2866005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</p:sldLayoutIdLst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2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53" name="Google Shape;453;p62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584361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3467" y="1444933"/>
            <a:ext cx="10285200" cy="4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1886735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40" r:id="rId17"/>
    <p:sldLayoutId id="2147483741" r:id="rId18"/>
    <p:sldLayoutId id="2147483742" r:id="rId19"/>
    <p:sldLayoutId id="2147483743" r:id="rId20"/>
    <p:sldLayoutId id="2147483744" r:id="rId21"/>
    <p:sldLayoutId id="2147483745" r:id="rId22"/>
    <p:sldLayoutId id="2147483746" r:id="rId23"/>
    <p:sldLayoutId id="2147483747" r:id="rId24"/>
    <p:sldLayoutId id="2147483748" r:id="rId25"/>
    <p:sldLayoutId id="2147483749" r:id="rId26"/>
    <p:sldLayoutId id="2147483750" r:id="rId27"/>
    <p:sldLayoutId id="2147483751" r:id="rId28"/>
    <p:sldLayoutId id="2147483753" r:id="rId29"/>
    <p:sldLayoutId id="2147483754" r:id="rId30"/>
    <p:sldLayoutId id="2147483755" r:id="rId31"/>
  </p:sldLayoutIdLst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82" name="Google Shape;182;p32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8270688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A783D-36B4-0826-068C-8CA30D2A0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3606" y="161465"/>
            <a:ext cx="11524788" cy="2499439"/>
          </a:xfrm>
        </p:spPr>
        <p:txBody>
          <a:bodyPr/>
          <a:lstStyle/>
          <a:p>
            <a:pPr algn="ctr"/>
            <a:r>
              <a:rPr lang="en-IN" sz="7200" b="1" dirty="0">
                <a:solidFill>
                  <a:schemeClr val="tx1"/>
                </a:solidFill>
              </a:rPr>
              <a:t>E – Commerce and Delivery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02D194-2B5C-639C-32E0-BFF13BB019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0" y="5532120"/>
            <a:ext cx="3569208" cy="1021867"/>
          </a:xfrm>
        </p:spPr>
        <p:txBody>
          <a:bodyPr/>
          <a:lstStyle/>
          <a:p>
            <a:pPr marL="152400" indent="0" algn="ctr"/>
            <a:r>
              <a:rPr lang="en-IN" sz="2800" b="1" dirty="0"/>
              <a:t>BY GROUP 6</a:t>
            </a:r>
          </a:p>
          <a:p>
            <a:pPr marL="152400" indent="0" algn="ctr"/>
            <a:r>
              <a:rPr lang="en-IN" sz="2800" b="1" dirty="0"/>
              <a:t>[Code: DA – P1063 ]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939CD4-0B9D-9AC2-AC6A-3856143707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4155" y="3219649"/>
            <a:ext cx="4003250" cy="266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3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120581-8520-D747-A056-11CE70CF3D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32424"/>
            <a:ext cx="12192000" cy="1075168"/>
          </a:xfrm>
        </p:spPr>
        <p:txBody>
          <a:bodyPr/>
          <a:lstStyle/>
          <a:p>
            <a:pPr algn="ctr"/>
            <a:r>
              <a:rPr lang="en-IN" sz="6000" b="1" dirty="0"/>
              <a:t>PROJECT TEAM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FE846C4-E1FC-D4D8-4A68-45A1C4F0642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420608" y="3572256"/>
            <a:ext cx="3771392" cy="3285744"/>
          </a:xfrm>
        </p:spPr>
        <p:txBody>
          <a:bodyPr/>
          <a:lstStyle/>
          <a:p>
            <a:r>
              <a:rPr lang="en-IN" sz="2800" b="1" dirty="0">
                <a:solidFill>
                  <a:schemeClr val="tx1"/>
                </a:solidFill>
              </a:rPr>
              <a:t>Team Members:</a:t>
            </a:r>
            <a:br>
              <a:rPr lang="en-IN" sz="3600" dirty="0">
                <a:solidFill>
                  <a:schemeClr val="tx1"/>
                </a:solidFill>
              </a:rPr>
            </a:br>
            <a:r>
              <a:rPr lang="en-IN" sz="2000" dirty="0">
                <a:solidFill>
                  <a:schemeClr val="tx1"/>
                </a:solidFill>
              </a:rPr>
              <a:t>GLAVIN SHRINEMENEZES</a:t>
            </a:r>
            <a:br>
              <a:rPr lang="en-IN" sz="2000" dirty="0">
                <a:solidFill>
                  <a:schemeClr val="tx1"/>
                </a:solidFill>
              </a:rPr>
            </a:br>
            <a:r>
              <a:rPr lang="en-IN" sz="2000" dirty="0">
                <a:solidFill>
                  <a:schemeClr val="tx1"/>
                </a:solidFill>
              </a:rPr>
              <a:t>MADAN N</a:t>
            </a:r>
            <a:br>
              <a:rPr lang="en-IN" sz="2000" dirty="0">
                <a:solidFill>
                  <a:schemeClr val="tx1"/>
                </a:solidFill>
              </a:rPr>
            </a:br>
            <a:r>
              <a:rPr lang="en-IN" sz="2000" dirty="0">
                <a:solidFill>
                  <a:schemeClr val="tx1"/>
                </a:solidFill>
              </a:rPr>
              <a:t>CHETHAN M</a:t>
            </a:r>
            <a:br>
              <a:rPr lang="en-IN" sz="2000" dirty="0">
                <a:solidFill>
                  <a:schemeClr val="tx1"/>
                </a:solidFill>
              </a:rPr>
            </a:br>
            <a:r>
              <a:rPr lang="en-IN" sz="2000" dirty="0">
                <a:solidFill>
                  <a:schemeClr val="tx1"/>
                </a:solidFill>
              </a:rPr>
              <a:t>KONGARAPU PRUTHVI BABU</a:t>
            </a:r>
            <a:br>
              <a:rPr lang="en-IN" sz="2000" dirty="0">
                <a:solidFill>
                  <a:schemeClr val="tx1"/>
                </a:solidFill>
              </a:rPr>
            </a:br>
            <a:r>
              <a:rPr lang="en-IN" sz="2000" dirty="0">
                <a:solidFill>
                  <a:schemeClr val="tx1"/>
                </a:solidFill>
              </a:rPr>
              <a:t>SHILPA S DESAI</a:t>
            </a:r>
            <a:br>
              <a:rPr lang="en-IN" sz="2000" dirty="0">
                <a:solidFill>
                  <a:schemeClr val="tx1"/>
                </a:solidFill>
              </a:rPr>
            </a:br>
            <a:r>
              <a:rPr lang="en-IN" sz="2000" dirty="0">
                <a:solidFill>
                  <a:schemeClr val="tx1"/>
                </a:solidFill>
              </a:rPr>
              <a:t>SHAIK GOUSE PEERA</a:t>
            </a:r>
            <a:br>
              <a:rPr lang="en-IN" sz="2000" dirty="0">
                <a:solidFill>
                  <a:schemeClr val="tx1"/>
                </a:solidFill>
              </a:rPr>
            </a:br>
            <a:r>
              <a:rPr lang="en-IN" sz="2000" dirty="0">
                <a:solidFill>
                  <a:schemeClr val="tx1"/>
                </a:solidFill>
              </a:rPr>
              <a:t>SRUTHY PREMANAND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AB2A26-1A70-2E64-0185-328F125499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4183" y="2466894"/>
            <a:ext cx="4699931" cy="3133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676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2B137C67-3DF1-5CB8-B2BD-891E945A3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2171"/>
            <a:ext cx="12192000" cy="1056313"/>
          </a:xfrm>
        </p:spPr>
        <p:txBody>
          <a:bodyPr/>
          <a:lstStyle/>
          <a:p>
            <a:pPr algn="ctr"/>
            <a:r>
              <a:rPr lang="en-IN" sz="6000" b="1" dirty="0"/>
              <a:t>INTRODUCTION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175429-DD3C-E822-8D85-C3A06107E7AD}"/>
              </a:ext>
            </a:extLst>
          </p:cNvPr>
          <p:cNvSpPr txBox="1"/>
          <p:nvPr/>
        </p:nvSpPr>
        <p:spPr>
          <a:xfrm>
            <a:off x="283464" y="1828800"/>
            <a:ext cx="11612880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 Data-Driven Approach to Understanding Customer Behavior, Delivery Performance &amp; Payment Trends.</a:t>
            </a:r>
          </a:p>
          <a:p>
            <a:endParaRPr lang="en-US" sz="3200" dirty="0"/>
          </a:p>
          <a:p>
            <a:pPr marL="114300" indent="0"/>
            <a:r>
              <a:rPr lang="en-US" sz="3200" dirty="0"/>
              <a:t>Tools used:</a:t>
            </a:r>
          </a:p>
          <a:p>
            <a:pPr marL="1485900" lvl="2" indent="-457200">
              <a:buFont typeface="Arial" panose="020B0604020202020204" pitchFamily="34" charset="0"/>
              <a:buChar char="•"/>
            </a:pPr>
            <a:r>
              <a:rPr lang="en-US" sz="3200" dirty="0"/>
              <a:t> Excel</a:t>
            </a:r>
          </a:p>
          <a:p>
            <a:pPr marL="1485900" lvl="2" indent="-457200">
              <a:buFont typeface="Arial" panose="020B0604020202020204" pitchFamily="34" charset="0"/>
              <a:buChar char="•"/>
            </a:pPr>
            <a:r>
              <a:rPr lang="en-US" sz="3200" dirty="0"/>
              <a:t> Power BI</a:t>
            </a:r>
          </a:p>
          <a:p>
            <a:pPr marL="1485900" lvl="2" indent="-457200">
              <a:buFont typeface="Arial" panose="020B0604020202020204" pitchFamily="34" charset="0"/>
              <a:buChar char="•"/>
            </a:pPr>
            <a:r>
              <a:rPr lang="en-US" sz="3200" dirty="0"/>
              <a:t> Tableau</a:t>
            </a:r>
          </a:p>
          <a:p>
            <a:pPr marL="1485900" lvl="2" indent="-457200">
              <a:buFont typeface="Arial" panose="020B0604020202020204" pitchFamily="34" charset="0"/>
              <a:buChar char="•"/>
            </a:pPr>
            <a:r>
              <a:rPr lang="en-US" sz="3200" dirty="0"/>
              <a:t> SQL (for query execution only)</a:t>
            </a:r>
            <a:endParaRPr lang="en-IN" sz="3200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096194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A3C675-FB3C-010C-8829-49E227E58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9770"/>
            <a:ext cx="12192000" cy="879221"/>
          </a:xfrm>
        </p:spPr>
        <p:txBody>
          <a:bodyPr anchor="ctr"/>
          <a:lstStyle/>
          <a:p>
            <a:pPr algn="ctr"/>
            <a:r>
              <a:rPr lang="en-IN" sz="6000" b="1" dirty="0"/>
              <a:t>DATA OVERVIEW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51EC4B18-4796-3904-6D3F-B8AB35EA23C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450564" y="1400556"/>
            <a:ext cx="11226324" cy="4873625"/>
          </a:xfrm>
        </p:spPr>
        <p:txBody>
          <a:bodyPr/>
          <a:lstStyle/>
          <a:p>
            <a:pPr marL="152400" indent="0" algn="just">
              <a:lnSpc>
                <a:spcPts val="3500"/>
              </a:lnSpc>
              <a:buNone/>
            </a:pPr>
            <a:r>
              <a:rPr lang="en-US" sz="2400" dirty="0"/>
              <a:t>The objective of this project was to analyze customer purchasing behavior, payment preferences, delivery performance, and review scores to derive insights that help improve business operations and customer satisfaction.</a:t>
            </a:r>
          </a:p>
          <a:p>
            <a:pPr marL="152400" indent="0" algn="just">
              <a:lnSpc>
                <a:spcPts val="3500"/>
              </a:lnSpc>
              <a:buNone/>
            </a:pPr>
            <a:endParaRPr lang="en-US" sz="2400" b="1" dirty="0"/>
          </a:p>
          <a:p>
            <a:pPr marL="152400" indent="0" algn="just">
              <a:lnSpc>
                <a:spcPts val="3500"/>
              </a:lnSpc>
              <a:buNone/>
            </a:pPr>
            <a:r>
              <a:rPr lang="en-US" sz="2400" b="1" dirty="0"/>
              <a:t>Project Focus Areas:</a:t>
            </a:r>
          </a:p>
          <a:p>
            <a:pPr algn="just">
              <a:lnSpc>
                <a:spcPts val="3500"/>
              </a:lnSpc>
            </a:pPr>
            <a:r>
              <a:rPr lang="en-US" sz="2400" dirty="0"/>
              <a:t>Analyze sales patterns across time periods</a:t>
            </a:r>
          </a:p>
          <a:p>
            <a:pPr algn="just">
              <a:lnSpc>
                <a:spcPts val="3500"/>
              </a:lnSpc>
            </a:pPr>
            <a:r>
              <a:rPr lang="en-US" sz="2400" dirty="0"/>
              <a:t>Study delivery delays and category performance</a:t>
            </a:r>
          </a:p>
          <a:p>
            <a:pPr algn="just">
              <a:lnSpc>
                <a:spcPts val="3500"/>
              </a:lnSpc>
            </a:pPr>
            <a:r>
              <a:rPr lang="en-US" sz="2400" dirty="0"/>
              <a:t>Understand relationship between review score &amp; delivery time</a:t>
            </a:r>
          </a:p>
          <a:p>
            <a:pPr algn="just">
              <a:lnSpc>
                <a:spcPts val="3500"/>
              </a:lnSpc>
            </a:pPr>
            <a:r>
              <a:rPr lang="en-US" sz="2400" dirty="0"/>
              <a:t>Compare weekday vs weekend payment trends</a:t>
            </a:r>
          </a:p>
          <a:p>
            <a:pPr algn="just">
              <a:lnSpc>
                <a:spcPts val="3500"/>
              </a:lnSpc>
            </a:pPr>
            <a:r>
              <a:rPr lang="en-US" sz="2400" dirty="0"/>
              <a:t>Validate dashboard insights through SQL queries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69011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829F5-88E2-26C8-F25E-AECB24BEA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1FBFA078-4257-ACBA-4BF7-00821612B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6716"/>
            <a:ext cx="12192000" cy="923544"/>
          </a:xfrm>
        </p:spPr>
        <p:txBody>
          <a:bodyPr/>
          <a:lstStyle/>
          <a:p>
            <a:pPr algn="ctr"/>
            <a:r>
              <a:rPr lang="en-IN" sz="6000" b="1" dirty="0"/>
              <a:t>ANALYSIS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E20AD3-C99E-F635-CB9A-DFAA4E7B038A}"/>
              </a:ext>
            </a:extLst>
          </p:cNvPr>
          <p:cNvSpPr txBox="1"/>
          <p:nvPr/>
        </p:nvSpPr>
        <p:spPr>
          <a:xfrm>
            <a:off x="279781" y="1511300"/>
            <a:ext cx="11632438" cy="4650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Payment Behavior: </a:t>
            </a:r>
            <a:r>
              <a:rPr lang="en-US" sz="2400" dirty="0"/>
              <a:t>Majority of transactions and revenue occur on weekdays, with credit cards being the most preferred payment method</a:t>
            </a:r>
          </a:p>
          <a:p>
            <a:pPr marL="571500" indent="-571500" algn="just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Delivery Performance: </a:t>
            </a:r>
            <a:r>
              <a:rPr lang="en-US" sz="2400" dirty="0"/>
              <a:t>Average delivery time is ~12 days, with certain categories showing high delays leading to lower review ratings</a:t>
            </a:r>
          </a:p>
          <a:p>
            <a:pPr marL="571500" indent="-571500" algn="just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Customer Satisfaction: </a:t>
            </a:r>
            <a:r>
              <a:rPr lang="en-US" sz="2400" dirty="0"/>
              <a:t>There is a strong negative relationship between delivery delays and review scores</a:t>
            </a:r>
          </a:p>
          <a:p>
            <a:pPr marL="571500" indent="-571500" algn="just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Geographical Trends: </a:t>
            </a:r>
            <a:r>
              <a:rPr lang="en-US" sz="2400" dirty="0"/>
              <a:t>São Paulo contributes the highest order value</a:t>
            </a:r>
          </a:p>
          <a:p>
            <a:pPr marL="571500" indent="-571500" algn="just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Revenue Insights: </a:t>
            </a:r>
            <a:r>
              <a:rPr lang="en-US" sz="2400" dirty="0"/>
              <a:t>Return customers provide more consistent revenue compared to new customers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6792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870A6D-CFAD-43EE-AB0B-87FFA0631A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6605" y="1524290"/>
            <a:ext cx="6462523" cy="4298660"/>
          </a:xfrm>
          <a:prstGeom prst="rect">
            <a:avLst/>
          </a:prstGeom>
        </p:spPr>
      </p:pic>
      <p:sp>
        <p:nvSpPr>
          <p:cNvPr id="8" name="Title 13">
            <a:extLst>
              <a:ext uri="{FF2B5EF4-FFF2-40B4-BE49-F238E27FC236}">
                <a16:creationId xmlns:a16="http://schemas.microsoft.com/office/drawing/2014/main" id="{C74518C8-E699-43C8-6E49-7871B61495FA}"/>
              </a:ext>
            </a:extLst>
          </p:cNvPr>
          <p:cNvSpPr txBox="1">
            <a:spLocks/>
          </p:cNvSpPr>
          <p:nvPr/>
        </p:nvSpPr>
        <p:spPr>
          <a:xfrm>
            <a:off x="2552904" y="81377"/>
            <a:ext cx="7086192" cy="105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algn="ctr"/>
            <a:r>
              <a:rPr lang="en-IN" sz="6000" b="1" dirty="0"/>
              <a:t>EXCEL DASHBOARD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4FB6DE-064C-D061-E6BA-8D420DF233D8}"/>
              </a:ext>
            </a:extLst>
          </p:cNvPr>
          <p:cNvSpPr txBox="1"/>
          <p:nvPr/>
        </p:nvSpPr>
        <p:spPr>
          <a:xfrm>
            <a:off x="7150608" y="1639618"/>
            <a:ext cx="4517899" cy="3926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dirty="0"/>
              <a:t>Key Insights from Excel Dashboard</a:t>
            </a:r>
          </a:p>
          <a:p>
            <a:pPr marL="285750" indent="-28575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Peak sales in June and August</a:t>
            </a:r>
          </a:p>
          <a:p>
            <a:pPr marL="285750" indent="-28575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Weekday payments account for ~77% of transactions</a:t>
            </a:r>
          </a:p>
          <a:p>
            <a:pPr marL="285750" indent="-28575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Credit card is the most frequently used payment method</a:t>
            </a:r>
          </a:p>
          <a:p>
            <a:pPr marL="285750" indent="-28575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São Paulo customers have the highest average order price</a:t>
            </a:r>
          </a:p>
          <a:p>
            <a:pPr marL="285750" indent="-28575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Categories like Office Furniture &amp; Electronics face long delivery times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743554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AC7E98-4F49-ADA7-03F7-EA46F50C76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8224" y="1624116"/>
            <a:ext cx="6589776" cy="4237188"/>
          </a:xfrm>
          <a:prstGeom prst="rect">
            <a:avLst/>
          </a:prstGeom>
        </p:spPr>
      </p:pic>
      <p:sp>
        <p:nvSpPr>
          <p:cNvPr id="6" name="Title 13">
            <a:extLst>
              <a:ext uri="{FF2B5EF4-FFF2-40B4-BE49-F238E27FC236}">
                <a16:creationId xmlns:a16="http://schemas.microsoft.com/office/drawing/2014/main" id="{5E68DEB3-5C02-B80C-DF3F-FE957C2A6E24}"/>
              </a:ext>
            </a:extLst>
          </p:cNvPr>
          <p:cNvSpPr txBox="1">
            <a:spLocks/>
          </p:cNvSpPr>
          <p:nvPr/>
        </p:nvSpPr>
        <p:spPr>
          <a:xfrm>
            <a:off x="2050594" y="109728"/>
            <a:ext cx="8090811" cy="105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algn="ctr"/>
            <a:r>
              <a:rPr lang="en-IN" sz="6000" b="1" dirty="0"/>
              <a:t>POWER BI DASHBOARD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FC29F8-90CC-58E5-755D-20127C59E2DF}"/>
              </a:ext>
            </a:extLst>
          </p:cNvPr>
          <p:cNvSpPr txBox="1"/>
          <p:nvPr/>
        </p:nvSpPr>
        <p:spPr>
          <a:xfrm>
            <a:off x="7101839" y="1852449"/>
            <a:ext cx="4721353" cy="3780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dirty="0"/>
              <a:t>Key Insights from Power BI Dashboard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Average delivery time: 12 days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Review score declines sharply when delivery time increases beyond 15 days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Clear difference between estimated vs actual delivery days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Strong relationship between delivery experience and customer satisfaction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Average payment value: 154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81565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BC17D-EE7A-172C-D9EB-E2556714E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C2CF4E-1C4A-7A54-C4D9-7BCB65AD56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3745" y="1658145"/>
            <a:ext cx="6622543" cy="4045680"/>
          </a:xfrm>
          <a:prstGeom prst="rect">
            <a:avLst/>
          </a:prstGeom>
        </p:spPr>
      </p:pic>
      <p:sp>
        <p:nvSpPr>
          <p:cNvPr id="6" name="Title 13">
            <a:extLst>
              <a:ext uri="{FF2B5EF4-FFF2-40B4-BE49-F238E27FC236}">
                <a16:creationId xmlns:a16="http://schemas.microsoft.com/office/drawing/2014/main" id="{F69154BE-86F3-A031-8641-E2B5A828E53F}"/>
              </a:ext>
            </a:extLst>
          </p:cNvPr>
          <p:cNvSpPr txBox="1">
            <a:spLocks/>
          </p:cNvSpPr>
          <p:nvPr/>
        </p:nvSpPr>
        <p:spPr>
          <a:xfrm>
            <a:off x="2050594" y="0"/>
            <a:ext cx="8090811" cy="105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algn="ctr"/>
            <a:r>
              <a:rPr lang="en-IN" sz="6000" b="1" dirty="0"/>
              <a:t>TABLEAU DASHBOARD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CC0295-D04C-3E37-5EB7-6BC12824B3A5}"/>
              </a:ext>
            </a:extLst>
          </p:cNvPr>
          <p:cNvSpPr txBox="1"/>
          <p:nvPr/>
        </p:nvSpPr>
        <p:spPr>
          <a:xfrm>
            <a:off x="7139915" y="1658145"/>
            <a:ext cx="4798340" cy="3593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dirty="0"/>
              <a:t>Key Insights from Tableau Dashboard</a:t>
            </a:r>
          </a:p>
          <a:p>
            <a:pPr marL="285750" indent="-28575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77% of total revenue comes from weekday transactions</a:t>
            </a:r>
          </a:p>
          <a:p>
            <a:pPr marL="285750" indent="-28575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Delivery performance varies heavily by category (up to 21 days)</a:t>
            </a:r>
          </a:p>
          <a:p>
            <a:pPr marL="285750" indent="-28575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Payment amount distribution shows credit card customers pay more</a:t>
            </a:r>
          </a:p>
          <a:p>
            <a:pPr marL="285750" indent="-28575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Review Score 1 &amp; 2 are strongly linked to delivery delays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846339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5C95F1B-DF2E-8452-A663-FCA0F6303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9249" y="1637916"/>
            <a:ext cx="5069079" cy="4442844"/>
          </a:xfrm>
        </p:spPr>
        <p:txBody>
          <a:bodyPr/>
          <a:lstStyle/>
          <a:p>
            <a:pPr marL="152400" indent="0" algn="just"/>
            <a:r>
              <a:rPr lang="en-IN" sz="2200" b="1" dirty="0"/>
              <a:t>SQL Focus Areas</a:t>
            </a:r>
          </a:p>
          <a:p>
            <a:pPr algn="just">
              <a:lnSpc>
                <a:spcPts val="32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Extracted KPIs: Total Payments, Total Orders, </a:t>
            </a:r>
            <a:r>
              <a:rPr lang="en-IN" sz="2200" dirty="0" err="1"/>
              <a:t>Avg</a:t>
            </a:r>
            <a:r>
              <a:rPr lang="en-IN" sz="2200" dirty="0"/>
              <a:t> Payment Value</a:t>
            </a:r>
          </a:p>
          <a:p>
            <a:pPr algn="just">
              <a:lnSpc>
                <a:spcPts val="32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Compared weekday vs weekend payment value</a:t>
            </a:r>
          </a:p>
          <a:p>
            <a:pPr algn="just">
              <a:lnSpc>
                <a:spcPts val="32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Calculated </a:t>
            </a:r>
            <a:r>
              <a:rPr lang="en-IN" sz="2200" dirty="0" err="1"/>
              <a:t>avg</a:t>
            </a:r>
            <a:r>
              <a:rPr lang="en-IN" sz="2200" dirty="0"/>
              <a:t> delivery days by category</a:t>
            </a:r>
          </a:p>
          <a:p>
            <a:pPr algn="just">
              <a:lnSpc>
                <a:spcPts val="3200"/>
              </a:lnSpc>
              <a:buFont typeface="Arial" panose="020B0604020202020204" pitchFamily="34" charset="0"/>
              <a:buChar char="•"/>
            </a:pPr>
            <a:r>
              <a:rPr lang="en-IN" sz="2200" dirty="0" err="1"/>
              <a:t>Analyzed</a:t>
            </a:r>
            <a:r>
              <a:rPr lang="en-IN" sz="2200" dirty="0"/>
              <a:t> review score vs delivery time</a:t>
            </a:r>
          </a:p>
          <a:p>
            <a:pPr algn="just">
              <a:lnSpc>
                <a:spcPts val="32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Validated dashboard visuals by reproducing results in SQL outputs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0A7FC2-501B-6E8D-DF47-6AD7E8E4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000" y="64468"/>
            <a:ext cx="10272000" cy="943600"/>
          </a:xfrm>
        </p:spPr>
        <p:txBody>
          <a:bodyPr/>
          <a:lstStyle/>
          <a:p>
            <a:pPr algn="ctr"/>
            <a:r>
              <a:rPr lang="en-IN" sz="6000" b="1" dirty="0"/>
              <a:t>SQL - QUERIES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5DEC98-BE38-3A3D-AE25-D9DE532C1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95" y="1485324"/>
            <a:ext cx="3049905" cy="134711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15D426-059F-440A-C7F2-51327AB15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95" y="2919076"/>
            <a:ext cx="3049904" cy="16240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676660-453C-F526-DFBB-304B997296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695" y="4629726"/>
            <a:ext cx="6330190" cy="16240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4D8A6B-D92C-586E-A95E-7AE57D5E1B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781" y="1485325"/>
            <a:ext cx="3217104" cy="134711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BD6AA9-1FD6-2A13-20FB-451163BEEB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5781" y="2920327"/>
            <a:ext cx="3217104" cy="16240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40829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8861EA1-A2F4-FBE4-B5AA-AEEF620034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607" y="1418460"/>
            <a:ext cx="11314466" cy="4873600"/>
          </a:xfrm>
        </p:spPr>
        <p:txBody>
          <a:bodyPr/>
          <a:lstStyle/>
          <a:p>
            <a:pPr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Customer experience is everything —</a:t>
            </a:r>
            <a:r>
              <a:rPr lang="en-US" sz="2400" dirty="0"/>
              <a:t> delivery speed and service quality strongly affect review scores and repeat purchases.</a:t>
            </a:r>
          </a:p>
          <a:p>
            <a:pPr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Payment preferences impact revenue — </a:t>
            </a:r>
            <a:r>
              <a:rPr lang="en-US" sz="2400" dirty="0"/>
              <a:t>credit card users spend more on average than other payment methods.</a:t>
            </a:r>
          </a:p>
          <a:p>
            <a:pPr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Weekday sales dominate, showing that working professionals drive most transactions.</a:t>
            </a:r>
          </a:p>
          <a:p>
            <a:pPr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Data helps improve operations — </a:t>
            </a:r>
            <a:r>
              <a:rPr lang="en-US" sz="2400" dirty="0"/>
              <a:t>insights enable better decisions in delivery planning, inventory, and promotions.</a:t>
            </a:r>
          </a:p>
          <a:p>
            <a:pPr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Return customers hold higher value, so businesses must focus on loyalty and retention strategies.</a:t>
            </a:r>
            <a:endParaRPr lang="en-IN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B23C8A-00A1-4235-A6E9-8D2D231B1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612"/>
            <a:ext cx="12192000" cy="943600"/>
          </a:xfrm>
        </p:spPr>
        <p:txBody>
          <a:bodyPr/>
          <a:lstStyle/>
          <a:p>
            <a:pPr algn="ctr"/>
            <a:r>
              <a:rPr lang="en-US" sz="5400" b="1" dirty="0"/>
              <a:t>Key Insights Gained About E-Commerce</a:t>
            </a:r>
            <a:endParaRPr lang="en-IN" sz="5400" b="1" dirty="0"/>
          </a:p>
        </p:txBody>
      </p:sp>
    </p:spTree>
    <p:extLst>
      <p:ext uri="{BB962C8B-B14F-4D97-AF65-F5344CB8AC3E}">
        <p14:creationId xmlns:p14="http://schemas.microsoft.com/office/powerpoint/2010/main" val="1084308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9DBED-D1C9-7EC7-5EB5-ED6A9EF03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4F6F93A-B221-7254-B2C4-325995C4A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2904" y="77543"/>
            <a:ext cx="7086192" cy="974491"/>
          </a:xfrm>
        </p:spPr>
        <p:txBody>
          <a:bodyPr/>
          <a:lstStyle/>
          <a:p>
            <a:r>
              <a:rPr lang="en-IN" sz="6000" b="1" dirty="0"/>
              <a:t>RECOMMENDATIONS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B67838-BCE5-D1B5-400F-3EC21B5A1EF0}"/>
              </a:ext>
            </a:extLst>
          </p:cNvPr>
          <p:cNvSpPr txBox="1"/>
          <p:nvPr/>
        </p:nvSpPr>
        <p:spPr>
          <a:xfrm>
            <a:off x="280416" y="1591530"/>
            <a:ext cx="11631168" cy="4650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Improve logistics &amp; delivery efficiency, especially for high-delay categories like Office Furniture and Electronics</a:t>
            </a:r>
          </a:p>
          <a:p>
            <a:pPr marL="457200" indent="-457200" algn="just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Introduce weekday-focused promotions, since most sales occur Monday–Friday</a:t>
            </a:r>
          </a:p>
          <a:p>
            <a:pPr marL="457200" indent="-457200" algn="just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Strengthen credit-card based loyalty and cashback programs to boost revenue from high-value paying customers</a:t>
            </a:r>
          </a:p>
          <a:p>
            <a:pPr marL="457200" indent="-457200" algn="just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Monitor delivery performance KPIs regularly to prevent customer dissatisfaction and negative review scores</a:t>
            </a:r>
          </a:p>
          <a:p>
            <a:pPr marL="457200" indent="-457200" algn="just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Focus on retaining repeat customers with membership plans, faster delivery options, or exclusive discounts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92819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03D9B-F5A6-D21E-105C-514B62AD9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B71A4FBE-B58A-93FA-A89A-4DE398901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276" y="77543"/>
            <a:ext cx="10277448" cy="1056313"/>
          </a:xfrm>
        </p:spPr>
        <p:txBody>
          <a:bodyPr/>
          <a:lstStyle/>
          <a:p>
            <a:pPr algn="ctr"/>
            <a:r>
              <a:rPr lang="en-IN" sz="6000" b="1" dirty="0"/>
              <a:t>INSIGHTS AND CONCLUSIONS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A74D4B-827F-5174-8F2A-F078E2132716}"/>
              </a:ext>
            </a:extLst>
          </p:cNvPr>
          <p:cNvSpPr txBox="1"/>
          <p:nvPr/>
        </p:nvSpPr>
        <p:spPr>
          <a:xfrm>
            <a:off x="438912" y="1755080"/>
            <a:ext cx="11314176" cy="334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This project helped uncover critical insights that can improve operational efficiency and customer satisfaction in e-commerce: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Delivery delays significantly harm review scores &amp; repeat buying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Credit card promotions can increase revenue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Weekday campaigns offer better conversion than weekend traffic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Business must prioritize categories with longest delivery issues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32525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6C7E2-DDC3-DB75-BCA7-0F42552E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94722"/>
            <a:ext cx="12192000" cy="1468555"/>
          </a:xfrm>
        </p:spPr>
        <p:txBody>
          <a:bodyPr/>
          <a:lstStyle/>
          <a:p>
            <a:pPr algn="ctr"/>
            <a:r>
              <a:rPr lang="en-IN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40102037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 Marketing by Slidesgo XL">
  <a:themeElements>
    <a:clrScheme name="Simple Light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00000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21212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ead Funnel by Slidesgo">
  <a:themeElements>
    <a:clrScheme name="Simple Light">
      <a:dk1>
        <a:srgbClr val="15110E"/>
      </a:dk1>
      <a:lt1>
        <a:srgbClr val="FFFAF6"/>
      </a:lt1>
      <a:dk2>
        <a:srgbClr val="C2E5F5"/>
      </a:dk2>
      <a:lt2>
        <a:srgbClr val="5296B8"/>
      </a:lt2>
      <a:accent1>
        <a:srgbClr val="13566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5110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Minimalist Marketing XL by Slidesgo</Template>
  <TotalTime>126</TotalTime>
  <Words>630</Words>
  <Application>Microsoft Office PowerPoint</Application>
  <PresentationFormat>Widescreen</PresentationFormat>
  <Paragraphs>74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13</vt:i4>
      </vt:variant>
    </vt:vector>
  </HeadingPairs>
  <TitlesOfParts>
    <vt:vector size="28" baseType="lpstr">
      <vt:lpstr>Albert Sans</vt:lpstr>
      <vt:lpstr>Alexandria Medium</vt:lpstr>
      <vt:lpstr>Arial</vt:lpstr>
      <vt:lpstr>Bebas Neue</vt:lpstr>
      <vt:lpstr>Fira Sans Extra Condensed Medium</vt:lpstr>
      <vt:lpstr>Overpass</vt:lpstr>
      <vt:lpstr>Overpass ExtraLight</vt:lpstr>
      <vt:lpstr>Overpass Light</vt:lpstr>
      <vt:lpstr>Proxima Nova</vt:lpstr>
      <vt:lpstr>Proxima Nova Semibold</vt:lpstr>
      <vt:lpstr>Roboto Slab Light</vt:lpstr>
      <vt:lpstr>Minimal Marketing by Slidesgo XL</vt:lpstr>
      <vt:lpstr>Slidesgo Final Pages</vt:lpstr>
      <vt:lpstr>Lead Funnel by Slidesgo</vt:lpstr>
      <vt:lpstr>1_Slidesgo Final Pages</vt:lpstr>
      <vt:lpstr>E – Commerce and Delivery Analytics</vt:lpstr>
      <vt:lpstr>PROJECT TEAM</vt:lpstr>
      <vt:lpstr>INTRODUCTION</vt:lpstr>
      <vt:lpstr>DATA OVERVIEW</vt:lpstr>
      <vt:lpstr>ANALYSIS</vt:lpstr>
      <vt:lpstr>PowerPoint Presentation</vt:lpstr>
      <vt:lpstr>PowerPoint Presentation</vt:lpstr>
      <vt:lpstr>PowerPoint Presentation</vt:lpstr>
      <vt:lpstr>SQL - QUERIES</vt:lpstr>
      <vt:lpstr>Key Insights Gained About E-Commerce</vt:lpstr>
      <vt:lpstr>RECOMMENDATIONS</vt:lpstr>
      <vt:lpstr>INSIGHTS AND CONCLUSIONS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Glavin Menezes</dc:creator>
  <cp:lastModifiedBy>Excel R</cp:lastModifiedBy>
  <cp:revision>8</cp:revision>
  <dcterms:created xsi:type="dcterms:W3CDTF">2025-10-27T14:54:02Z</dcterms:created>
  <dcterms:modified xsi:type="dcterms:W3CDTF">2025-12-03T15:08:09Z</dcterms:modified>
</cp:coreProperties>
</file>